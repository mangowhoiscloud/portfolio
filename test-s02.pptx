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38100" cy="177701"/>
          </a:xfrm>
          <a:prstGeom prst="roundRect">
            <a:avLst>
              <a:gd name="adj" fmla="val 3333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57014"/>
            <a:ext cx="78741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329952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Scaffold, Dev, Runtime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26703"/>
            <a:ext cx="8394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4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프리미티브가 세 개의 루프를 관통합니다. Hook이 관측 데이터를 상위 루프로 전달하는 신경계입니다.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57200" y="694879"/>
            <a:ext cx="8229600" cy="323850"/>
          </a:xfrm>
          <a:prstGeom prst="roundRect">
            <a:avLst>
              <a:gd name="adj" fmla="val 1568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790129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93675" y="875854"/>
            <a:ext cx="6475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Evolution</a:t>
            </a:r>
            <a:endParaRPr lang="en-US" sz="300" dirty="0"/>
          </a:p>
        </p:txBody>
      </p:sp>
      <p:sp>
        <p:nvSpPr>
          <p:cNvPr id="9" name="Text 7"/>
          <p:cNvSpPr/>
          <p:nvPr/>
        </p:nvSpPr>
        <p:spPr>
          <a:xfrm>
            <a:off x="1279327" y="780604"/>
            <a:ext cx="374749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65052" y="828229"/>
            <a:ext cx="20736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400" dirty="0"/>
          </a:p>
        </p:txBody>
      </p:sp>
      <p:sp>
        <p:nvSpPr>
          <p:cNvPr id="11" name="Text 9"/>
          <p:cNvSpPr/>
          <p:nvPr/>
        </p:nvSpPr>
        <p:spPr>
          <a:xfrm>
            <a:off x="1692176" y="813941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798439" y="780604"/>
            <a:ext cx="309711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84164" y="828229"/>
            <a:ext cx="14102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400" dirty="0"/>
          </a:p>
        </p:txBody>
      </p:sp>
      <p:sp>
        <p:nvSpPr>
          <p:cNvPr id="14" name="Text 12"/>
          <p:cNvSpPr/>
          <p:nvPr/>
        </p:nvSpPr>
        <p:spPr>
          <a:xfrm>
            <a:off x="2146250" y="813941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252514" y="780604"/>
            <a:ext cx="495895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38239" y="828229"/>
            <a:ext cx="33093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Rules</a:t>
            </a:r>
            <a:endParaRPr lang="en-US" sz="400" dirty="0"/>
          </a:p>
        </p:txBody>
      </p:sp>
      <p:sp>
        <p:nvSpPr>
          <p:cNvPr id="17" name="Text 15"/>
          <p:cNvSpPr/>
          <p:nvPr/>
        </p:nvSpPr>
        <p:spPr>
          <a:xfrm>
            <a:off x="2786509" y="813941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892772" y="780604"/>
            <a:ext cx="967234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78497" y="828229"/>
            <a:ext cx="8117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+ 21 Skills + CI Gates</a:t>
            </a:r>
            <a:endParaRPr lang="en-US" sz="400" dirty="0"/>
          </a:p>
        </p:txBody>
      </p:sp>
      <p:sp>
        <p:nvSpPr>
          <p:cNvPr id="20" name="Text 18"/>
          <p:cNvSpPr/>
          <p:nvPr/>
        </p:nvSpPr>
        <p:spPr>
          <a:xfrm>
            <a:off x="8298507" y="820341"/>
            <a:ext cx="251817" cy="72926"/>
          </a:xfrm>
          <a:prstGeom prst="roundRect">
            <a:avLst>
              <a:gd name="adj" fmla="val 34830"/>
            </a:avLst>
          </a:prstGeom>
          <a:solidFill>
            <a:srgbClr val="818CF8">
              <a:alpha val="1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49258" y="832991"/>
            <a:ext cx="153323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300" dirty="0"/>
          </a:p>
        </p:txBody>
      </p:sp>
      <p:sp>
        <p:nvSpPr>
          <p:cNvPr id="22" name="Text 20"/>
          <p:cNvSpPr/>
          <p:nvPr/>
        </p:nvSpPr>
        <p:spPr>
          <a:xfrm>
            <a:off x="1473101" y="1069479"/>
            <a:ext cx="25301" cy="101501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49152" y="1096417"/>
            <a:ext cx="28524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37 events</a:t>
            </a:r>
            <a:endParaRPr lang="en-US" sz="300" dirty="0"/>
          </a:p>
        </p:txBody>
      </p:sp>
      <p:sp>
        <p:nvSpPr>
          <p:cNvPr id="24" name="Text 22"/>
          <p:cNvSpPr/>
          <p:nvPr/>
        </p:nvSpPr>
        <p:spPr>
          <a:xfrm>
            <a:off x="457200" y="1221730"/>
            <a:ext cx="8229600" cy="323850"/>
          </a:xfrm>
          <a:prstGeom prst="roundRect">
            <a:avLst>
              <a:gd name="adj" fmla="val 15686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3675" y="1316980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93675" y="1402705"/>
            <a:ext cx="6475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per-PR</a:t>
            </a:r>
            <a:endParaRPr lang="en-US" sz="300" dirty="0"/>
          </a:p>
        </p:txBody>
      </p:sp>
      <p:sp>
        <p:nvSpPr>
          <p:cNvPr id="27" name="Text 25"/>
          <p:cNvSpPr/>
          <p:nvPr/>
        </p:nvSpPr>
        <p:spPr>
          <a:xfrm>
            <a:off x="1279327" y="1307455"/>
            <a:ext cx="278755" cy="152400"/>
          </a:xfrm>
          <a:prstGeom prst="roundRect">
            <a:avLst>
              <a:gd name="adj" fmla="val 2500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65052" y="1355080"/>
            <a:ext cx="10945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400" dirty="0"/>
          </a:p>
        </p:txBody>
      </p:sp>
      <p:sp>
        <p:nvSpPr>
          <p:cNvPr id="29" name="Text 27"/>
          <p:cNvSpPr/>
          <p:nvPr/>
        </p:nvSpPr>
        <p:spPr>
          <a:xfrm>
            <a:off x="1596182" y="1340793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1702445" y="1307455"/>
            <a:ext cx="425351" cy="152400"/>
          </a:xfrm>
          <a:prstGeom prst="roundRect">
            <a:avLst>
              <a:gd name="adj" fmla="val 2500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788170" y="1355080"/>
            <a:ext cx="25897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400" dirty="0"/>
          </a:p>
        </p:txBody>
      </p:sp>
      <p:sp>
        <p:nvSpPr>
          <p:cNvPr id="32" name="Text 30"/>
          <p:cNvSpPr/>
          <p:nvPr/>
        </p:nvSpPr>
        <p:spPr>
          <a:xfrm>
            <a:off x="2165896" y="1340793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2272159" y="1307455"/>
            <a:ext cx="309860" cy="152400"/>
          </a:xfrm>
          <a:prstGeom prst="roundRect">
            <a:avLst>
              <a:gd name="adj" fmla="val 2500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357884" y="1355080"/>
            <a:ext cx="14117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400" dirty="0"/>
          </a:p>
        </p:txBody>
      </p:sp>
      <p:sp>
        <p:nvSpPr>
          <p:cNvPr id="35" name="Text 33"/>
          <p:cNvSpPr/>
          <p:nvPr/>
        </p:nvSpPr>
        <p:spPr>
          <a:xfrm>
            <a:off x="2620119" y="1340793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2726382" y="1307455"/>
            <a:ext cx="321022" cy="152400"/>
          </a:xfrm>
          <a:prstGeom prst="roundRect">
            <a:avLst>
              <a:gd name="adj" fmla="val 2500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12107" y="1355080"/>
            <a:ext cx="15256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400" dirty="0"/>
          </a:p>
        </p:txBody>
      </p:sp>
      <p:sp>
        <p:nvSpPr>
          <p:cNvPr id="38" name="Text 36"/>
          <p:cNvSpPr/>
          <p:nvPr/>
        </p:nvSpPr>
        <p:spPr>
          <a:xfrm>
            <a:off x="8277225" y="1347192"/>
            <a:ext cx="273100" cy="72926"/>
          </a:xfrm>
          <a:prstGeom prst="roundRect">
            <a:avLst>
              <a:gd name="adj" fmla="val 34830"/>
            </a:avLst>
          </a:prstGeom>
          <a:solidFill>
            <a:srgbClr val="4ECDC4">
              <a:alpha val="1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327975" y="1359843"/>
            <a:ext cx="17503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</a:t>
            </a:r>
            <a:endParaRPr lang="en-US" sz="300" dirty="0"/>
          </a:p>
        </p:txBody>
      </p:sp>
      <p:sp>
        <p:nvSpPr>
          <p:cNvPr id="40" name="Text 38"/>
          <p:cNvSpPr/>
          <p:nvPr/>
        </p:nvSpPr>
        <p:spPr>
          <a:xfrm>
            <a:off x="1473101" y="1596330"/>
            <a:ext cx="25301" cy="101501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549152" y="1623268"/>
            <a:ext cx="285241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37 events</a:t>
            </a:r>
            <a:endParaRPr lang="en-US" sz="300" dirty="0"/>
          </a:p>
        </p:txBody>
      </p:sp>
      <p:sp>
        <p:nvSpPr>
          <p:cNvPr id="42" name="Text 40"/>
          <p:cNvSpPr/>
          <p:nvPr/>
        </p:nvSpPr>
        <p:spPr>
          <a:xfrm>
            <a:off x="457200" y="1748582"/>
            <a:ext cx="8229600" cy="323850"/>
          </a:xfrm>
          <a:prstGeom prst="roundRect">
            <a:avLst>
              <a:gd name="adj" fmla="val 15686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93675" y="1843832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93675" y="1929557"/>
            <a:ext cx="64759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while(tool_use)</a:t>
            </a:r>
            <a:endParaRPr lang="en-US" sz="300" dirty="0"/>
          </a:p>
        </p:txBody>
      </p:sp>
      <p:sp>
        <p:nvSpPr>
          <p:cNvPr id="45" name="Text 43"/>
          <p:cNvSpPr/>
          <p:nvPr/>
        </p:nvSpPr>
        <p:spPr>
          <a:xfrm>
            <a:off x="1279327" y="1834307"/>
            <a:ext cx="318195" cy="152400"/>
          </a:xfrm>
          <a:prstGeom prst="roundRect">
            <a:avLst>
              <a:gd name="adj" fmla="val 25000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365052" y="1881932"/>
            <a:ext cx="14967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400" dirty="0"/>
          </a:p>
        </p:txBody>
      </p:sp>
      <p:sp>
        <p:nvSpPr>
          <p:cNvPr id="47" name="Text 45"/>
          <p:cNvSpPr/>
          <p:nvPr/>
        </p:nvSpPr>
        <p:spPr>
          <a:xfrm>
            <a:off x="1635621" y="1867644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1741884" y="1834307"/>
            <a:ext cx="438596" cy="152400"/>
          </a:xfrm>
          <a:prstGeom prst="roundRect">
            <a:avLst>
              <a:gd name="adj" fmla="val 25000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827609" y="1881932"/>
            <a:ext cx="27248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</a:t>
            </a:r>
            <a:endParaRPr lang="en-US" sz="400" dirty="0"/>
          </a:p>
        </p:txBody>
      </p:sp>
      <p:sp>
        <p:nvSpPr>
          <p:cNvPr id="50" name="Text 48"/>
          <p:cNvSpPr/>
          <p:nvPr/>
        </p:nvSpPr>
        <p:spPr>
          <a:xfrm>
            <a:off x="2218581" y="1867644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2324844" y="1834307"/>
            <a:ext cx="366266" cy="152400"/>
          </a:xfrm>
          <a:prstGeom prst="roundRect">
            <a:avLst>
              <a:gd name="adj" fmla="val 25000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410569" y="1881932"/>
            <a:ext cx="19871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400" dirty="0"/>
          </a:p>
        </p:txBody>
      </p:sp>
      <p:sp>
        <p:nvSpPr>
          <p:cNvPr id="53" name="Text 51"/>
          <p:cNvSpPr/>
          <p:nvPr/>
        </p:nvSpPr>
        <p:spPr>
          <a:xfrm>
            <a:off x="2729210" y="1867644"/>
            <a:ext cx="695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2835473" y="1834307"/>
            <a:ext cx="374749" cy="152400"/>
          </a:xfrm>
          <a:prstGeom prst="roundRect">
            <a:avLst>
              <a:gd name="adj" fmla="val 25000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921198" y="1881932"/>
            <a:ext cx="20736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400" dirty="0"/>
          </a:p>
        </p:txBody>
      </p:sp>
      <p:sp>
        <p:nvSpPr>
          <p:cNvPr id="56" name="Text 54"/>
          <p:cNvSpPr/>
          <p:nvPr/>
        </p:nvSpPr>
        <p:spPr>
          <a:xfrm>
            <a:off x="8309074" y="1874044"/>
            <a:ext cx="241250" cy="72926"/>
          </a:xfrm>
          <a:prstGeom prst="roundRect">
            <a:avLst>
              <a:gd name="adj" fmla="val 34830"/>
            </a:avLst>
          </a:prstGeom>
          <a:solidFill>
            <a:srgbClr val="34D399">
              <a:alpha val="1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359825" y="1886694"/>
            <a:ext cx="14254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spawns</a:t>
            </a:r>
            <a:endParaRPr lang="en-US" sz="300" dirty="0"/>
          </a:p>
        </p:txBody>
      </p:sp>
      <p:sp>
        <p:nvSpPr>
          <p:cNvPr id="58" name="Text 56"/>
          <p:cNvSpPr/>
          <p:nvPr/>
        </p:nvSpPr>
        <p:spPr>
          <a:xfrm>
            <a:off x="3194298" y="2207270"/>
            <a:ext cx="1015901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280688" y="2173932"/>
            <a:ext cx="58247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4933652" y="2207270"/>
            <a:ext cx="1015901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374904" y="2275433"/>
            <a:ext cx="839419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Primitive — every ring runs the same loop at different scales</a:t>
            </a:r>
            <a:endParaRPr lang="en-US" sz="350" dirty="0"/>
          </a:p>
        </p:txBody>
      </p:sp>
      <p:sp>
        <p:nvSpPr>
          <p:cNvPr id="62" name="Text 60"/>
          <p:cNvSpPr/>
          <p:nvPr/>
        </p:nvSpPr>
        <p:spPr>
          <a:xfrm>
            <a:off x="457200" y="5010150"/>
            <a:ext cx="132950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makes the system. System proves the workflow.</a:t>
            </a:r>
            <a:endParaRPr lang="en-US" sz="400" dirty="0"/>
          </a:p>
        </p:txBody>
      </p:sp>
      <p:sp>
        <p:nvSpPr>
          <p:cNvPr id="63" name="Text 61"/>
          <p:cNvSpPr/>
          <p:nvPr/>
        </p:nvSpPr>
        <p:spPr>
          <a:xfrm>
            <a:off x="8550920" y="5014913"/>
            <a:ext cx="13859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26</a:t>
            </a:r>
            <a:endParaRPr lang="en-US" sz="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2026-03-27T12:19:19Z</dcterms:created>
  <dcterms:modified xsi:type="dcterms:W3CDTF">2026-03-27T12:19:19Z</dcterms:modified>
</cp:coreProperties>
</file>