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80826"/>
            <a:ext cx="12607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AGENT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Sub-Agent: 이중 주입 제거 + 동기/비동기 분리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707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tool_result와 announce가 같은 정보를 2회 주입하는 문제. OpenClaw 패턴 참조, 2파일 4줄로 해결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38051"/>
            <a:ext cx="4953000" cy="783580"/>
          </a:xfrm>
          <a:prstGeom prst="roundRect">
            <a:avLst>
              <a:gd name="adj" fmla="val 648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38051"/>
            <a:ext cx="0" cy="783580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225" y="939552"/>
            <a:ext cx="46925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이중 주입 (Double Injection)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7225" y="1120527"/>
            <a:ext cx="4692587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OpenClaw의 Spawn+Announce 패턴을 도입할 때 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동기/비동기 분리 조건을 누락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했습니다. delegate_task(동기)가 tool_result로 전체 데이터를 즉시 반환하는데, 다음 라운드에서 announce가 500자 요약을 다시 주입합니다. 서브에이전트 3개 위임 시 6건 메시지 중 50%가 중복입니다.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710482"/>
            <a:ext cx="2432000" cy="3204567"/>
          </a:xfrm>
          <a:prstGeom prst="roundRect">
            <a:avLst>
              <a:gd name="adj" fmla="val 208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3675" y="1821507"/>
            <a:ext cx="22022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3675" y="1999208"/>
            <a:ext cx="2159050" cy="463451"/>
          </a:xfrm>
          <a:prstGeom prst="roundRect">
            <a:avLst>
              <a:gd name="adj" fmla="val 822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95176" y="2075408"/>
            <a:ext cx="199516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3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95176" y="2195959"/>
            <a:ext cx="199516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경로1 </a:t>
            </a:r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tool_result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95176" y="2300734"/>
            <a:ext cx="199516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delegate_task 동기 반환 (전체 데이터)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572085" y="2526060"/>
            <a:ext cx="22022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같은 정보 재주입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93675" y="2694236"/>
            <a:ext cx="2159050" cy="463451"/>
          </a:xfrm>
          <a:prstGeom prst="roundRect">
            <a:avLst>
              <a:gd name="adj" fmla="val 822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5176" y="2770436"/>
            <a:ext cx="199516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95176" y="2890986"/>
            <a:ext cx="199516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경로2 </a:t>
            </a:r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95176" y="2995761"/>
            <a:ext cx="199516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system_event로 500자 요약 재주입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593675" y="4597747"/>
            <a:ext cx="2159050" cy="206276"/>
          </a:xfrm>
          <a:prstGeom prst="roundRect">
            <a:avLst>
              <a:gd name="adj" fmla="val 18470"/>
            </a:avLst>
          </a:prstGeom>
          <a:solidFill>
            <a:srgbClr val="EF4444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49809" y="4648498"/>
            <a:ext cx="2046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같은 내용 2회 수신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978051" y="1710482"/>
            <a:ext cx="2432149" cy="3204567"/>
          </a:xfrm>
          <a:prstGeom prst="roundRect">
            <a:avLst>
              <a:gd name="adj" fmla="val 208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114526" y="1821507"/>
            <a:ext cx="22023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114526" y="1999208"/>
            <a:ext cx="2159198" cy="463451"/>
          </a:xfrm>
          <a:prstGeom prst="roundRect">
            <a:avLst>
              <a:gd name="adj" fmla="val 822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216027" y="2075408"/>
            <a:ext cx="199532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3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216027" y="2195959"/>
            <a:ext cx="19953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경로1 </a:t>
            </a:r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tool_result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216027" y="2300734"/>
            <a:ext cx="199532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delegate_task 동기 반환 (전체 데이터)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3092934" y="2526060"/>
            <a:ext cx="220238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announce=False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114526" y="2684711"/>
            <a:ext cx="2159198" cy="463451"/>
          </a:xfrm>
          <a:prstGeom prst="roundRect">
            <a:avLst>
              <a:gd name="adj" fmla="val 822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216027" y="2760911"/>
            <a:ext cx="199532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4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216027" y="2881461"/>
            <a:ext cx="19953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 queue </a:t>
            </a:r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비어있음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216027" y="2986236"/>
            <a:ext cx="199532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0건 주입. 부모 polling은 유지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3114526" y="4597747"/>
            <a:ext cx="2159198" cy="206276"/>
          </a:xfrm>
          <a:prstGeom prst="roundRect">
            <a:avLst>
              <a:gd name="adj" fmla="val 18470"/>
            </a:avLst>
          </a:prstGeom>
          <a:solidFill>
            <a:srgbClr val="34D399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170658" y="4648498"/>
            <a:ext cx="20469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1회만 수신. 50% 절감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537150" y="838051"/>
            <a:ext cx="3149650" cy="1431280"/>
          </a:xfrm>
          <a:prstGeom prst="roundRect">
            <a:avLst>
              <a:gd name="adj" fmla="val 354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673626" y="949077"/>
            <a:ext cx="29342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3종 프론티어 비교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673626" y="1149102"/>
            <a:ext cx="1412974" cy="469702"/>
          </a:xfrm>
          <a:prstGeom prst="roundRect">
            <a:avLst>
              <a:gd name="adj" fmla="val 811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762476" y="1212503"/>
            <a:ext cx="125997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5762476" y="1298228"/>
            <a:ext cx="125997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tool_result 단일 경로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5762476" y="1383953"/>
            <a:ext cx="125997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 없음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5762476" y="1469678"/>
            <a:ext cx="125997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이중 주입 없음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7137350" y="1149102"/>
            <a:ext cx="1412974" cy="469702"/>
          </a:xfrm>
          <a:prstGeom prst="roundRect">
            <a:avLst>
              <a:gd name="adj" fmla="val 811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226201" y="1212503"/>
            <a:ext cx="125997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7226201" y="1298228"/>
            <a:ext cx="125997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agentTurn(동기): 콜백 직접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7226201" y="1383953"/>
            <a:ext cx="125997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systemEvent(비동기): announce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7226201" y="1469678"/>
            <a:ext cx="125997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동기 시 announce 미사용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5673626" y="1669554"/>
            <a:ext cx="1403449" cy="488752"/>
          </a:xfrm>
          <a:prstGeom prst="roundRect">
            <a:avLst>
              <a:gd name="adj" fmla="val 779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762476" y="1732955"/>
            <a:ext cx="12502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autoresearch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5762476" y="1818680"/>
            <a:ext cx="12502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저장 (컨텍스트 차단)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5762476" y="1904405"/>
            <a:ext cx="12502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L1-L3: 10K→10 토큰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5762476" y="1990130"/>
            <a:ext cx="12502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이중 주입 없음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7127825" y="1669554"/>
            <a:ext cx="1422499" cy="488752"/>
          </a:xfrm>
          <a:prstGeom prst="roundRect">
            <a:avLst>
              <a:gd name="adj" fmla="val 7795"/>
            </a:avLst>
          </a:prstGeom>
          <a:solidFill>
            <a:srgbClr val="4ECDC4">
              <a:alpha val="6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7226201" y="1742480"/>
            <a:ext cx="12502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(After)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7226201" y="1828205"/>
            <a:ext cx="12502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동기: tool_result만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7226201" y="1913930"/>
            <a:ext cx="12502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비동기: announce 유지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7226201" y="1999655"/>
            <a:ext cx="12502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패턴 채택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5537150" y="2358182"/>
            <a:ext cx="3149650" cy="866477"/>
          </a:xfrm>
          <a:prstGeom prst="roundRect">
            <a:avLst>
              <a:gd name="adj" fmla="val 586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5673626" y="2469207"/>
            <a:ext cx="29342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동시성 제어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673626" y="2656433"/>
            <a:ext cx="916632" cy="457200"/>
          </a:xfrm>
          <a:prstGeom prst="roundRect">
            <a:avLst>
              <a:gd name="adj" fmla="val 11111"/>
            </a:avLst>
          </a:prstGeom>
          <a:solidFill>
            <a:srgbClr val="4ECDC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5742183" y="2732633"/>
            <a:ext cx="77951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5742183" y="2970758"/>
            <a:ext cx="77951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MAX_CONCURRENT</a:t>
            </a:r>
            <a:endParaRPr lang="en-US" sz="500" dirty="0"/>
          </a:p>
        </p:txBody>
      </p:sp>
      <p:sp>
        <p:nvSpPr>
          <p:cNvPr id="63" name="Text 61"/>
          <p:cNvSpPr/>
          <p:nvPr/>
        </p:nvSpPr>
        <p:spPr>
          <a:xfrm>
            <a:off x="6653659" y="2656433"/>
            <a:ext cx="916632" cy="457200"/>
          </a:xfrm>
          <a:prstGeom prst="roundRect">
            <a:avLst>
              <a:gd name="adj" fmla="val 11111"/>
            </a:avLst>
          </a:prstGeom>
          <a:solidFill>
            <a:srgbClr val="4ECDC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6722217" y="2732633"/>
            <a:ext cx="7795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250ms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722217" y="2904083"/>
            <a:ext cx="77951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CoalescingQueue</a:t>
            </a:r>
            <a:endParaRPr lang="en-US" sz="500" dirty="0"/>
          </a:p>
        </p:txBody>
      </p:sp>
      <p:sp>
        <p:nvSpPr>
          <p:cNvPr id="66" name="Text 64"/>
          <p:cNvSpPr/>
          <p:nvPr/>
        </p:nvSpPr>
        <p:spPr>
          <a:xfrm>
            <a:off x="7633692" y="2656433"/>
            <a:ext cx="916632" cy="457200"/>
          </a:xfrm>
          <a:prstGeom prst="roundRect">
            <a:avLst>
              <a:gd name="adj" fmla="val 1111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7702250" y="2732633"/>
            <a:ext cx="7795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7702250" y="2904083"/>
            <a:ext cx="77951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limit</a:t>
            </a:r>
            <a:endParaRPr lang="en-US" sz="500" dirty="0"/>
          </a:p>
        </p:txBody>
      </p:sp>
      <p:sp>
        <p:nvSpPr>
          <p:cNvPr id="69" name="Text 67"/>
          <p:cNvSpPr/>
          <p:nvPr/>
        </p:nvSpPr>
        <p:spPr>
          <a:xfrm>
            <a:off x="5537150" y="3313509"/>
            <a:ext cx="3149650" cy="1601539"/>
          </a:xfrm>
          <a:prstGeom prst="roundRect">
            <a:avLst>
              <a:gd name="adj" fmla="val 317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Shape 68"/>
          <p:cNvSpPr/>
          <p:nvPr/>
        </p:nvSpPr>
        <p:spPr>
          <a:xfrm>
            <a:off x="5560963" y="3313509"/>
            <a:ext cx="0" cy="1601539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711726" y="3415010"/>
            <a:ext cx="29050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동기/비동기 경로 분리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711726" y="3589586"/>
            <a:ext cx="2905086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Code처럼 announce를 완전히 제거하면 단순하지만 비동기 경로를 포기해야 합니다. OpenClaw 방식을 채택하여 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 기본값 True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유지하고, 동기 호출(delegate_task)에서만 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announce=False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비활성화합니다. 기존 비동기 경로(systemEvent)는 그대로 작동합니다.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711726" y="4173141"/>
            <a:ext cx="290508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변경 규모: 2파일 4줄. Open-Closed 원칙 준수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457200" y="4978450"/>
            <a:ext cx="331389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sub_agent.py · delegate(announce=False) 3중 조건: announce AND _announce_enabled AND _parent_session_key</a:t>
            </a:r>
            <a:endParaRPr lang="en-US" sz="500" dirty="0"/>
          </a:p>
        </p:txBody>
      </p:sp>
      <p:sp>
        <p:nvSpPr>
          <p:cNvPr id="75" name="Text 73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24</a:t>
            </a:r>
            <a:endParaRPr lang="en-US" sz="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2026-03-28T17:41:20Z</dcterms:created>
  <dcterms:modified xsi:type="dcterms:W3CDTF">2026-03-28T17:41:20Z</dcterms:modified>
</cp:coreProperties>
</file>