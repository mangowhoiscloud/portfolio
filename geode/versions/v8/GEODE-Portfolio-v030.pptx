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40334"/>
            <a:ext cx="2801689" cy="311051"/>
          </a:xfrm>
          <a:prstGeom prst="roundRect">
            <a:avLst>
              <a:gd name="adj" fmla="val 1633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7833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7616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7144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8249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9350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9352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8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95785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6083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227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1025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2596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871960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05310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9893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36086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46563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1641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47851" y="2894112"/>
            <a:ext cx="685502" cy="282476"/>
          </a:xfrm>
          <a:prstGeom prst="roundRect">
            <a:avLst>
              <a:gd name="adj" fmla="val 17984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992487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2596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27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227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7545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32212"/>
            <a:ext cx="2032397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15582" y="303058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15582" y="3116312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228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813"/>
            <a:ext cx="8229600" cy="586978"/>
          </a:xfrm>
          <a:prstGeom prst="roundRect">
            <a:avLst>
              <a:gd name="adj" fmla="val 86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813"/>
            <a:ext cx="0" cy="58697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54313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70343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3351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분석을 선택하면 재사용성 없는 일회성 프로젝트로 끝난다. 하네스 인프라를 선택하기 때문에 REODE 포크가 가능해지고,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32149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2027" y="2521000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설계하여 수렴을 강제한다.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32149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427" y="2521000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 나오기 때문에 5-Layer 검증(Guardrails→BiasBuster→Cross-LLM→Rights→Ground Truth)으로 신뢰도를 확보한다.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492972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62027" y="4581823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492972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427" y="4581823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1257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개발한다. 21 Skills + CANNOT 23-Rule + Socratic Gate로 1,174 커밋을 생성한다.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12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385346" y="999976"/>
            <a:ext cx="878979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499646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99646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07975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40/40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0797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47283" y="1987302"/>
            <a:ext cx="617041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61583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61583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18783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추가하여 안전성을 확보한다.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18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53249" y="2974628"/>
            <a:ext cx="511076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67549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67549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38095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76507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87610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303162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9550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568452"/>
            <a:ext cx="2133600" cy="1226493"/>
          </a:xfrm>
          <a:prstGeom prst="roundRect">
            <a:avLst>
              <a:gd name="adj" fmla="val 414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77025" y="3679478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77025" y="3809554"/>
            <a:ext cx="19236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77025" y="4073426"/>
            <a:ext cx="917525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78526" y="4162276"/>
            <a:ext cx="728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78526" y="4260652"/>
            <a:ext cx="728814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73426"/>
            <a:ext cx="917674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46802" y="4162276"/>
            <a:ext cx="728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46802" y="4260652"/>
            <a:ext cx="72896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77025" y="4598194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하기 때문에 Port/Adapter로 6-Layer를 수직 분리한다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64375" y="958602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32005" y="1007864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32005" y="1147465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56879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64375" y="1567904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76629" y="1617166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76629" y="1756767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066181"/>
            <a:ext cx="2158901" cy="942677"/>
          </a:xfrm>
          <a:prstGeom prst="roundRect">
            <a:avLst>
              <a:gd name="adj" fmla="val 538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64375" y="2177207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791325" y="2332732"/>
            <a:ext cx="175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64375" y="2812107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3072259"/>
            <a:ext cx="2158901" cy="1055043"/>
          </a:xfrm>
          <a:prstGeom prst="roundRect">
            <a:avLst>
              <a:gd name="adj" fmla="val 4815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64375" y="3183285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64375" y="3338810"/>
            <a:ext cx="1923669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791325" y="3696593"/>
            <a:ext cx="17590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참고하여, 제어 없이 실행하면 무한 소모이기 때문에 5가지 종료 경로로 수렴을 강제한다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574477"/>
          </a:xfrm>
          <a:prstGeom prst="roundRect">
            <a:avLst>
              <a:gd name="adj" fmla="val 88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57878" y="949077"/>
            <a:ext cx="4944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7878" y="1215777"/>
            <a:ext cx="4944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74409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09161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09161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25842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60594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60594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475929"/>
            <a:ext cx="2260550" cy="907405"/>
          </a:xfrm>
          <a:prstGeom prst="roundRect">
            <a:avLst>
              <a:gd name="adj" fmla="val 559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62725" y="1586954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89675" y="1742480"/>
            <a:ext cx="1860649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446734"/>
            <a:ext cx="2260550" cy="800249"/>
          </a:xfrm>
          <a:prstGeom prst="roundRect">
            <a:avLst>
              <a:gd name="adj" fmla="val 63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62725" y="255776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62725" y="2713286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62725" y="2964507"/>
            <a:ext cx="2027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310384"/>
            <a:ext cx="2260550" cy="1071116"/>
          </a:xfrm>
          <a:prstGeom prst="roundRect">
            <a:avLst>
              <a:gd name="adj" fmla="val 4743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62725" y="342141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2725" y="3576935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6272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5996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5996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42125" y="3840807"/>
            <a:ext cx="628799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39368" y="3929658"/>
            <a:ext cx="434313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39368" y="4095899"/>
            <a:ext cx="434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2167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801891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01891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698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98475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3675" y="1276052"/>
            <a:ext cx="2402532" cy="705892"/>
          </a:xfrm>
          <a:prstGeom prst="roundRect">
            <a:avLst>
              <a:gd name="adj" fmla="val 7197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975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507629"/>
            <a:ext cx="221741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2045345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7500" y="2156371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17500" y="2286446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PIPELINE_END 강제 발화. 사람 없이 비용 상한을 보장한다.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3675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4701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704701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34184" y="847576"/>
            <a:ext cx="2675632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0659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6682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75459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70659" y="1276052"/>
            <a:ext cx="2402681" cy="581620"/>
          </a:xfrm>
          <a:prstGeom prst="roundRect">
            <a:avLst>
              <a:gd name="adj" fmla="val 8734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84959" y="1377553"/>
            <a:ext cx="22175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84959" y="1507629"/>
            <a:ext cx="221756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70659" y="1921073"/>
            <a:ext cx="2402681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94484" y="2032099"/>
            <a:ext cx="21981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94484" y="2162175"/>
            <a:ext cx="219813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370659" y="4004221"/>
            <a:ext cx="2402681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81685" y="4102596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481685" y="4188321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1317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47792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3815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52592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7792" y="1276052"/>
            <a:ext cx="2402532" cy="581620"/>
          </a:xfrm>
          <a:prstGeom prst="roundRect">
            <a:avLst>
              <a:gd name="adj" fmla="val 8734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62092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62092" y="1507629"/>
            <a:ext cx="221741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놓친다.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147792" y="1921073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71617" y="2032099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71617" y="2162175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47792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58818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258818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도출한다.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도입하고, 컨텍스트 포화가 프로바이더마다 다르기 때문에 Provider-aware Compaction을 분리한다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58503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48978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628180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739205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748730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175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0175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8770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8770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500610"/>
            <a:ext cx="3708499" cy="437852"/>
          </a:xfrm>
          <a:prstGeom prst="roundRect">
            <a:avLst>
              <a:gd name="adj" fmla="val 11602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611636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722662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3014663"/>
            <a:ext cx="3708499" cy="374452"/>
          </a:xfrm>
          <a:prstGeom prst="roundRect">
            <a:avLst>
              <a:gd name="adj" fmla="val 135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975" y="3103513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07975" y="3214539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120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336352"/>
          </a:xfrm>
          <a:prstGeom prst="roundRect">
            <a:avLst>
              <a:gd name="adj" fmla="val 15103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48978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53741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637705"/>
            <a:ext cx="1822549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748730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94731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52042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525143"/>
            <a:ext cx="1600498" cy="263426"/>
          </a:xfrm>
          <a:prstGeom prst="roundRect">
            <a:avLst>
              <a:gd name="adj" fmla="val 14463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54203" y="3613993"/>
            <a:ext cx="14254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637705"/>
            <a:ext cx="1822698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748730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94731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52042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525143"/>
            <a:ext cx="1600646" cy="263426"/>
          </a:xfrm>
          <a:prstGeom prst="roundRect">
            <a:avLst>
              <a:gd name="adj" fmla="val 14463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40153" y="3613993"/>
            <a:ext cx="1425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3962995"/>
            <a:ext cx="3708648" cy="460177"/>
          </a:xfrm>
          <a:prstGeom prst="roundRect">
            <a:avLst>
              <a:gd name="adj" fmla="val 110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55977" y="4051846"/>
            <a:ext cx="35496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55977" y="4248596"/>
            <a:ext cx="35496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설계하고, 채널마다 어댑터를 새로 짜는 비용을 0으로 만들기 위해 Gateway를 단일 진입점으로 집중한다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727174"/>
          </a:xfrm>
          <a:prstGeom prst="roundRect">
            <a:avLst>
              <a:gd name="adj" fmla="val 698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187202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7975" y="1342727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87202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87202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42727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606600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79550"/>
            <a:ext cx="3981450" cy="1005929"/>
          </a:xfrm>
          <a:prstGeom prst="roundRect">
            <a:avLst>
              <a:gd name="adj" fmla="val 5050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1025" y="1990576"/>
            <a:ext cx="38084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81025" y="2207865"/>
            <a:ext cx="8995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276" y="2306241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53129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6343" y="2158752"/>
            <a:ext cx="1632049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93269" y="2257127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93269" y="2355503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37914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44193" y="2207865"/>
            <a:ext cx="770632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9733" y="2306241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1025" y="2603004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961680"/>
            <a:ext cx="3981450" cy="1091654"/>
          </a:xfrm>
          <a:prstGeom prst="roundRect">
            <a:avLst>
              <a:gd name="adj" fmla="val 4653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81025" y="3099643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7975" y="3072705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1025" y="3332857"/>
            <a:ext cx="109210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3350" y="3431232"/>
            <a:ext cx="8874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2387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01726" y="3240881"/>
            <a:ext cx="1092250" cy="466576"/>
          </a:xfrm>
          <a:prstGeom prst="roundRect">
            <a:avLst>
              <a:gd name="adj" fmla="val 1088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04050" y="3339257"/>
            <a:ext cx="8876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004050" y="3523357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472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2575" y="3283744"/>
            <a:ext cx="1092250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24899" y="3382119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24899" y="3480495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81025" y="3770858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072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378696"/>
          </a:xfrm>
          <a:prstGeom prst="roundRect">
            <a:avLst>
              <a:gd name="adj" fmla="val 150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29026" y="1187202"/>
            <a:ext cx="885825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20511" y="1285577"/>
            <a:ext cx="7028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20511" y="1393478"/>
            <a:ext cx="7028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8252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9735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9735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19110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819110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77001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68484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68484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91687" y="1628329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29026" y="1821954"/>
            <a:ext cx="3733949" cy="428327"/>
          </a:xfrm>
          <a:prstGeom prst="roundRect">
            <a:avLst>
              <a:gd name="adj" fmla="val 11860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17988" y="1932980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17988" y="20535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91687" y="230103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29026" y="2494657"/>
            <a:ext cx="1835200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52851" y="2605683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52851" y="2716709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494657"/>
            <a:ext cx="183534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51452" y="2605683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51452" y="2716709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91687" y="296421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29026" y="3157835"/>
            <a:ext cx="3733949" cy="514052"/>
          </a:xfrm>
          <a:prstGeom prst="roundRect">
            <a:avLst>
              <a:gd name="adj" fmla="val 9882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17988" y="3268861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17988" y="3389412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분산되기 때문에 Gateway를 단일 진입점으로 집중한다.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29026" y="3722638"/>
            <a:ext cx="1835200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40052" y="3821013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40052" y="3932039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40052" y="4030414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722638"/>
            <a:ext cx="1835348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38652" y="382101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38652" y="393203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38652" y="403041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05623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05623"/>
            <a:ext cx="0" cy="3872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2250" y="45944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막지만, 격리 세션은 이전 학습을 공유하지 않는다. systemEvent 주입으로 필요할 때만 연계한다. Gateway 단일화는 채널 다양성을 포기하지만 어댑터 1개로 신규 채널을 추가할 수 있게 된다.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793950" y="752177"/>
            <a:ext cx="35559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27085" y="863203"/>
            <a:ext cx="30896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27085" y="1021854"/>
            <a:ext cx="30896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3943796" y="1282005"/>
            <a:ext cx="1281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488281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52688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81659"/>
            <a:ext cx="200025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963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10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810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810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허용 목록 → PolicyChain →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5336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33650" y="1488281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9138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33650" y="2081659"/>
            <a:ext cx="2000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38413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574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574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574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 → handler lookup → 실행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101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10100" y="1488281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05588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0100" y="2081659"/>
            <a:ext cx="2000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4863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39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339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7339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routing → protocol call → 결과 반환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6865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6550" y="1488281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2038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86550" y="2081659"/>
            <a:ext cx="20002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1313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103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8103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8103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 → 병렬 노드 → 결과 집계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477369" y="2149822"/>
            <a:ext cx="2232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ToolCallProcessor가 안전 등급 분류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2317998"/>
            <a:ext cx="8229600" cy="1098500"/>
          </a:xfrm>
          <a:prstGeom prst="roundRect">
            <a:avLst>
              <a:gd name="adj" fmla="val 462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93675" y="2416373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3675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861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7861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7861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219759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28253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8253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228253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1666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8660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8660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388660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0558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90523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90523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490523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00965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9459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09459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9459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93675" y="3232398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810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10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6101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7339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7339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88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1891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400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불가능하기 때문에 Claude Code·Devin·OpenHands 리서치 후 16카테고리 46이벤트로 개편한다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5029200" cy="1448246"/>
          </a:xfrm>
          <a:prstGeom prst="roundRect">
            <a:avLst>
              <a:gd name="adj" fmla="val 35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52177"/>
            <a:ext cx="0" cy="1448246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53678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55191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198066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66230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61467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54944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107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345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711821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79984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75222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94148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63825"/>
            <a:ext cx="5029200" cy="2776835"/>
          </a:xfrm>
          <a:prstGeom prst="roundRect">
            <a:avLst>
              <a:gd name="adj" fmla="val 18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74850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65202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7352" y="2663577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17352" y="2784128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47566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352" y="3245941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7352" y="3366492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29930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17352" y="3828306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7352" y="3948857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355157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7352" y="4453533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7352" y="4574084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65202"/>
            <a:ext cx="2340173" cy="488752"/>
          </a:xfrm>
          <a:prstGeom prst="roundRect">
            <a:avLst>
              <a:gd name="adj" fmla="val 1039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08127" y="2663577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108127" y="2784128"/>
            <a:ext cx="2160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04704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08127" y="3203079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108127" y="3323630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29930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08127" y="3828306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108127" y="3948857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355157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108127" y="4453533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108127" y="4574084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52177"/>
            <a:ext cx="3086100" cy="3104257"/>
          </a:xfrm>
          <a:prstGeom prst="roundRect">
            <a:avLst>
              <a:gd name="adj" fmla="val 16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863203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40904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13830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312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47056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1998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407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62733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3565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5308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78410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51336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68761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4262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5750" y="465073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5013424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50134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팽창하기 때문에 full inheritance + 4096 guard로 해결한다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840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840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guard 없을 때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1840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8K 부모 유입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30480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840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840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1840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태스크 제거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0480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50" y="3287613"/>
            <a:ext cx="0" cy="55185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4401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44401" y="3519339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없음: 부모 컨텍스트 40% 소비, 루프 강제 종료 위험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676251" y="1822847"/>
            <a:ext cx="5791498" cy="514052"/>
          </a:xfrm>
          <a:prstGeom prst="roundRect">
            <a:avLst>
              <a:gd name="adj" fmla="val 9882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9022" y="1943398"/>
            <a:ext cx="5505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19022" y="2111573"/>
            <a:ext cx="55059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618336" y="2400300"/>
            <a:ext cx="5907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18336" y="2514600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 — 위임이지 파견이 아니다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76251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707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707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7707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6321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266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266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7266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5880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682499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82499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682499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618336" y="3266629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676251" y="3434804"/>
            <a:ext cx="579149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09306" y="3533180"/>
            <a:ext cx="55253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09306" y="3672780"/>
            <a:ext cx="5525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756925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8285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68285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8285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56925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8285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68285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68285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 × 3 선형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56925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7588300" y="3287613"/>
            <a:ext cx="0" cy="55185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08850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7708850" y="3519339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적용: 20K→5K </a:t>
            </a:r>
            <a:pPr algn="l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Limit·장애 시 파이프라인 전체가 중단되기 때문에 3-Provider 체인으로 단일 장애점을 제거한다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5651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176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14302" y="1339453"/>
            <a:ext cx="9850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552129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23827" y="1650504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872704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23827" y="1971080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43102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2627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2627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345680"/>
            <a:ext cx="5079950" cy="2582019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456706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669232"/>
            <a:ext cx="1284089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9786" y="2780258"/>
            <a:ext cx="10571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9786" y="2888159"/>
            <a:ext cx="10571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770733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70611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70611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770733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17246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17246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3148310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329743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272951"/>
          </a:xfrm>
          <a:prstGeom prst="roundRect">
            <a:avLst>
              <a:gd name="adj" fmla="val 139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14876" y="14815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85645" y="14768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50844" y="14815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8481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9591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1337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93789"/>
            <a:ext cx="3035350" cy="1173956"/>
          </a:xfrm>
          <a:prstGeom prst="roundRect">
            <a:avLst>
              <a:gd name="adj" fmla="val 43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93789"/>
            <a:ext cx="0" cy="117395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16501" y="2795290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925366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제거한다.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426470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680520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426470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680520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종료되기 때문에 Lossless Selection을 도입해 정보 손실 없이 비용을 0.03%로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8151" y="25555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49153"/>
            <a:ext cx="2929086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49153"/>
            <a:ext cx="0" cy="3750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58702" y="2838004"/>
            <a:ext cx="27611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58702" y="2936379"/>
            <a:ext cx="276117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49153"/>
            <a:ext cx="2929235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49153"/>
            <a:ext cx="0" cy="3750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1189" y="2838004"/>
            <a:ext cx="27613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51189" y="2936379"/>
            <a:ext cx="276132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632073"/>
          </a:xfrm>
          <a:prstGeom prst="roundRect">
            <a:avLst>
              <a:gd name="adj" fmla="val 80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21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9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2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2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682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622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5737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21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840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6840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40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4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5755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623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6857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6857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6857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626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5772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24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875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6875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6875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628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579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26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689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689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689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632073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275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8075" y="1374725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67600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786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786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786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60450"/>
            <a:ext cx="8229600" cy="552301"/>
          </a:xfrm>
          <a:prstGeom prst="roundRect">
            <a:avLst>
              <a:gd name="adj" fmla="val 919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65213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2038" y="1460450"/>
            <a:ext cx="0" cy="55230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2007989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250" y="1460450"/>
            <a:ext cx="0" cy="5523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2250" y="1628626"/>
            <a:ext cx="1539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22250" y="1758702"/>
            <a:ext cx="15393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sha256(prompt) → cache_key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258318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2397919" y="1674465"/>
            <a:ext cx="546830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해시로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885956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20309" y="1573113"/>
            <a:ext cx="535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8020309" y="1814364"/>
            <a:ext cx="535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4572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457200" y="2108002"/>
            <a:ext cx="3467100" cy="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919537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030885"/>
            <a:ext cx="346710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1963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36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936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노드 각자 편집 → 불일치 발생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40005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0" y="2108002"/>
            <a:ext cx="3467100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62837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00500" y="3030885"/>
            <a:ext cx="346710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005262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1369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369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 → 재조립 스킵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 ephemeral → 2회차부터 입력 비용 10%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543800" y="2088952"/>
            <a:ext cx="1143000" cy="946696"/>
          </a:xfrm>
          <a:prstGeom prst="roundRect">
            <a:avLst>
              <a:gd name="adj" fmla="val 536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7667625" y="2199977"/>
            <a:ext cx="9132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7667625" y="2441228"/>
            <a:ext cx="913257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이벤트 발화 → 관측 레이어에 전달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7667625" y="2838896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1 entry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457426"/>
          </a:xfrm>
          <a:prstGeom prst="roundRect">
            <a:avLst>
              <a:gd name="adj" fmla="val 14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99704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0907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30907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95674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95674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440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60440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7488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2009031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177207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28823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3584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23584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56758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0733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20733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837408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3097560"/>
            <a:ext cx="4426148" cy="1039267"/>
          </a:xfrm>
          <a:prstGeom prst="roundRect">
            <a:avLst>
              <a:gd name="adj" fmla="val 488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3208586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351461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병목이다. 자율 에이전트는 도구를 스스로 찾아야 하는데, Registry가 검색 범위를 제한한다.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31652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31652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52601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52601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749623"/>
          </a:xfrm>
          <a:prstGeom prst="roundRect">
            <a:avLst>
              <a:gd name="adj" fmla="val 290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불가능하기 때문에 자체 TokenTracker를 구축한다.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872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97426" y="1489472"/>
            <a:ext cx="2882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825972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825972"/>
            <a:ext cx="0" cy="2824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7426" y="1914823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146548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146548"/>
            <a:ext cx="0" cy="28247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97426" y="2235398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61625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727275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901851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3120777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596878"/>
            <a:ext cx="3390900" cy="1330821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596878"/>
            <a:ext cx="0" cy="133082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68572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831729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58814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58814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28951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28951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극복한다</a:t>
            </a:r>
            <a:endParaRPr lang="en-US" sz="700" dirty="0"/>
          </a:p>
        </p:txBody>
      </p:sp>
      <p:pic>
        <p:nvPicPr>
          <p:cNvPr id="6" name="Image 0" descr="/Users/mango/workspace/portfolio/geode/versions/v8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164878"/>
          </a:xfrm>
          <a:prstGeom prst="roundRect">
            <a:avLst>
              <a:gd name="adj" fmla="val 43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58403"/>
          </a:xfrm>
          <a:prstGeom prst="roundRect">
            <a:avLst>
              <a:gd name="adj" fmla="val 90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97821" y="3568303"/>
            <a:ext cx="20009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97821" y="3698379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97821" y="3818930"/>
            <a:ext cx="2000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66431"/>
            <a:ext cx="2209354" cy="555724"/>
          </a:xfrm>
          <a:prstGeom prst="roundRect">
            <a:avLst>
              <a:gd name="adj" fmla="val 914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97821" y="4177457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97821" y="4298007"/>
            <a:ext cx="20009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18681" y="1079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18681" y="1333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702326" y="1110853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02326" y="1225153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702326" y="1310878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602879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18681" y="1713905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18681" y="1967954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702326" y="1745605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326" y="1859905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702326" y="1945630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237631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18681" y="2348657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18681" y="2602706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702326" y="2380357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326" y="2494657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702326" y="2580382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872383"/>
            <a:ext cx="2489150" cy="2064841"/>
          </a:xfrm>
          <a:prstGeom prst="roundRect">
            <a:avLst>
              <a:gd name="adj" fmla="val 24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970758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3145334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314533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28820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43108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56443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23084"/>
            <a:ext cx="2241500" cy="501848"/>
          </a:xfrm>
          <a:prstGeom prst="roundRect">
            <a:avLst>
              <a:gd name="adj" fmla="val 7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22975" y="3811935"/>
            <a:ext cx="20792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22975" y="3922961"/>
            <a:ext cx="20792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2949922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412552"/>
          </a:xfrm>
          <a:prstGeom prst="roundRect">
            <a:avLst>
              <a:gd name="adj" fmla="val 1231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7204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8252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94881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설계한다.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220093"/>
            <a:ext cx="2133600" cy="1599158"/>
          </a:xfrm>
          <a:prstGeom prst="roundRect">
            <a:avLst>
              <a:gd name="adj" fmla="val 4765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378744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581894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03946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62274" y="1905446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62274" y="2013347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263973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62274" y="2365474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62274" y="2473375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95451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3031927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349377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79453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77853"/>
            <a:ext cx="2133600" cy="710505"/>
          </a:xfrm>
          <a:prstGeom prst="roundRect">
            <a:avLst>
              <a:gd name="adj" fmla="val 715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777853"/>
            <a:ext cx="0" cy="7105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3866704"/>
            <a:ext cx="190423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2"/>
            <a:ext cx="2933700" cy="3092797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58727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2990701"/>
            <a:ext cx="2635448" cy="456902"/>
          </a:xfrm>
          <a:prstGeom prst="roundRect">
            <a:avLst>
              <a:gd name="adj" fmla="val 11118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101727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50853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409426"/>
          </a:xfrm>
          <a:prstGeom prst="roundRect">
            <a:avLst>
              <a:gd name="adj" fmla="val 1240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8880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101575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8880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101575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8880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101575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63253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616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997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616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568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7043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802755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84085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80275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9800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145506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2438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8674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24864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34389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24864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34389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2438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3486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96158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94533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732633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94533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89783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455021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455021"/>
            <a:ext cx="0" cy="4441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2250" y="45438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필요하다. 검증된 패턴을 확장하는 길을 선택하고, REODE는 GEODE 포크로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설계하기 때문에 동형 구조가 나온다.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주입한다.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재발명하기 때문에 4개 하네스를 리서치하고 3/4 수렴 규칙으로 채택 여부를 결정한다.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달성한다.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누적되기 때문에 70% 테스트 비율을 CANNOT으로 강제한다.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31194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31219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되고,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40223"/>
            <a:ext cx="1555700" cy="586085"/>
          </a:xfrm>
          <a:prstGeom prst="roundRect">
            <a:avLst>
              <a:gd name="adj" fmla="val 866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83475" y="2841724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83475" y="2973586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83475" y="3118247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407271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88234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6087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635323"/>
          </a:xfrm>
          <a:prstGeom prst="roundRect">
            <a:avLst>
              <a:gd name="adj" fmla="val 4660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65875" y="2003673"/>
            <a:ext cx="1664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59100"/>
            <a:ext cx="2209800" cy="2298799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708225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722513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924026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00996"/>
            <a:ext cx="1860649" cy="307777"/>
          </a:xfrm>
          <a:prstGeom prst="roundRect">
            <a:avLst>
              <a:gd name="adj" fmla="val 165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65875" y="4502497"/>
            <a:ext cx="16646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773585"/>
          </a:xfrm>
          <a:prstGeom prst="roundRect">
            <a:avLst>
              <a:gd name="adj" fmla="val 2864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92826" y="34333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92826" y="3544342"/>
            <a:ext cx="657618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803952" y="3433316"/>
            <a:ext cx="657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803952" y="3544342"/>
            <a:ext cx="6577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읽고, 3/4 수렴 규칙으로 차용 여부를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확인한다. GEODE AgenticLoop 50 라운드 설계의 직접 근거가 된다.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9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163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63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80257"/>
          </a:xfrm>
          <a:prstGeom prst="roundRect">
            <a:avLst>
              <a:gd name="adj" fmla="val 482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69702"/>
          </a:xfrm>
          <a:prstGeom prst="roundRect">
            <a:avLst>
              <a:gd name="adj" fmla="val 1081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75524" y="1910358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69621" y="19194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91234"/>
            <a:ext cx="2387501" cy="2423815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627709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641997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843510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설계한다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3,216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75780"/>
          </a:xfrm>
          <a:prstGeom prst="roundRect">
            <a:avLst>
              <a:gd name="adj" fmla="val 51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있다. API 키 유출 벡터. CANNOT 규칙에 ".env 직접 참조 금지" 추가로 차단한다.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90823"/>
          </a:xfrm>
          <a:prstGeom prst="roundRect">
            <a:avLst>
              <a:gd name="adj" fmla="val 1299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73875" y="1872109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86757"/>
            <a:ext cx="2489150" cy="2528292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52323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5375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73903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53129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62654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558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407616"/>
            <a:ext cx="43947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518642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63919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57891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02778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2303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05472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1899345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1037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140446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07540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2903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2428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5597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00598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1162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4169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57666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302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255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572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301287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429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779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53154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62679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55848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403104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51413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64420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7916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4032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128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4059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904357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401538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14545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4080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169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1788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455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7661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152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565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517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470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422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422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327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327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232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1850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2865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889177"/>
            <a:ext cx="1879550" cy="843707"/>
          </a:xfrm>
          <a:prstGeom prst="roundRect">
            <a:avLst>
              <a:gd name="adj" fmla="val 60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889177"/>
            <a:ext cx="0" cy="8437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59650" y="3978027"/>
            <a:ext cx="1645107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26146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24866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375618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18526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296293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426369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737420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72462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851571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661220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772245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1902321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1337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005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327523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137172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481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3782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68932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67652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034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13124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652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524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7942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8907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2001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3301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64122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6284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755380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565029"/>
            <a:ext cx="54868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676055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79660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410765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409485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4031456"/>
            <a:ext cx="5486846" cy="456902"/>
          </a:xfrm>
          <a:prstGeom prst="roundRect">
            <a:avLst>
              <a:gd name="adj" fmla="val 11118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152007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282083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281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2900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377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329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1821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185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185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4867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4867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549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549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29976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0991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568601"/>
            <a:ext cx="1650950" cy="976908"/>
          </a:xfrm>
          <a:prstGeom prst="roundRect">
            <a:avLst>
              <a:gd name="adj" fmla="val 520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568601"/>
            <a:ext cx="0" cy="9769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88250" y="3657451"/>
            <a:ext cx="1411935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8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1982391"/>
          </a:xfrm>
          <a:prstGeom prst="roundRect">
            <a:avLst>
              <a:gd name="adj" fmla="val 384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50454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71005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621631"/>
            <a:ext cx="3136999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723132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843683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180034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281535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402086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2909143"/>
            <a:ext cx="3460849" cy="1487686"/>
          </a:xfrm>
          <a:prstGeom prst="roundRect">
            <a:avLst>
              <a:gd name="adj" fmla="val 512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045619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232845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502176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502176" y="3792141"/>
            <a:ext cx="13278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08775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108775" y="3792141"/>
            <a:ext cx="132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1537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498330"/>
            <a:ext cx="3460849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498330"/>
            <a:ext cx="0" cy="4262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78351" y="4587180"/>
            <a:ext cx="325803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 8선: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에이전트 실행, 인프라 전반. 모든 피봇은 CHANGELOG에 “왜”가 기록되어 있다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76250" y="847576"/>
            <a:ext cx="0" cy="4505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250" y="936427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2250" y="1076027"/>
            <a:ext cx="38409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호출 단순성을 포기하고 DI를 도입하니 GEODE→REODE 이식 시 코어 코드 변경 0줄이 된다.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250" y="1386929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2250" y="1475780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61538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요약(빠르지만 정보 손실)을 버리고 LLM이 직접 청크를 선별하게 하니 비용 0.03%로 절감되면서 정보 손실이 사라진다.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76250" y="2059484"/>
            <a:ext cx="0" cy="59322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250" y="2148334"/>
            <a:ext cx="38409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229746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T3-4 병렬 처리 속도를 포기하고 DANGEROUS 명령은 개별 순차 승인으로 격리하니 권한 에스컬레이션 경로가 차단된다.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76250" y="2741563"/>
            <a:ext cx="0" cy="58370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250" y="2830413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2250" y="2970014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반환(완전한 컨텍스트)을 포기하고 4096 guard를 적용하니 부모 컨텍스트 폭발이 방지되어 MAX_CONCURRENT=5 병렬이 가능해진다.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65600" y="847576"/>
            <a:ext cx="12650" cy="406747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5002" y="847576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1002" y="936427"/>
            <a:ext cx="38411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21002" y="107602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6-Phase 조립과 SHA-256 추적을 도입하니 cache_control ephemeral로 2회차 입력 비용이 10%로 준다.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75002" y="1520130"/>
            <a:ext cx="0" cy="593229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1002" y="1608981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21002" y="175810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관리(단일 조회 포인트)를 포기하고 auto-discovery를 채택하니 proxy stub 9개가 제거되고 45 MCP 서버를 자동 등록할 수 있게 된다.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75002" y="2202210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21002" y="2291060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21002" y="2440186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핸들러 처리량을 포기하고 Priority 정렬을 넣으니 Security 핸들러가 Logging보다 항상 먼저 실행되는 것이 보장된다.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75002" y="2884289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21002" y="2973139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상한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21002" y="3122265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자율(무제한 실행)을 포기하고 수렴 감지 + 비용 상한을 도입했더니 파이프라인 폭주가 차단되고 장기 운용 비용이 예측 가능해졌다.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피봇 CHANGELOG 기록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396133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726234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97001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375" y="93315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64375" y="1174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78675" y="111085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64375" y="14861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78675" y="14227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375" y="16738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78675" y="16104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64375" y="18615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78675" y="17981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실천한다.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48530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612255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183606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574131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268039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099048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0054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37825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692277"/>
            <a:ext cx="1809750" cy="603945"/>
          </a:xfrm>
          <a:prstGeom prst="roundRect">
            <a:avLst>
              <a:gd name="adj" fmla="val 841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692277"/>
            <a:ext cx="0" cy="60394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525" y="3781127"/>
            <a:ext cx="1573911" cy="426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25885"/>
            <a:ext cx="53875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추가한다.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61729"/>
            <a:ext cx="6161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내기 때문에 Cross-LLM α≥0.67로 편향을 구조적으로 제거한다.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197721"/>
            <a:ext cx="609451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되기 때문에 자체 TokenTracker를 구축해 46 Hook Events로 관측한다.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33565"/>
            <a:ext cx="685949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0992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35720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19820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61542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32720"/>
            <a:ext cx="6058049" cy="882253"/>
          </a:xfrm>
          <a:prstGeom prst="roundRect">
            <a:avLst>
              <a:gd name="adj" fmla="val 86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69195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44267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44267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48833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48833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53399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53399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2164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52949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940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30650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906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27252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87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923854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8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375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614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233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5995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7948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28758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313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1773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614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662958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57811"/>
            <a:ext cx="1968401" cy="497384"/>
          </a:xfrm>
          <a:prstGeom prst="roundRect">
            <a:avLst>
              <a:gd name="adj" fmla="val 1021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57811"/>
            <a:ext cx="0" cy="4973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853782" y="4246662"/>
            <a:ext cx="173573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지불하고, 36일 무중단 실행이 수익이다.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2026-03-28T09:44:03Z</dcterms:created>
  <dcterms:modified xsi:type="dcterms:W3CDTF">2026-03-28T09:44:03Z</dcterms:modified>
</cp:coreProperties>
</file>