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3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1,160 커밋 · 39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65783"/>
            <a:ext cx="2801689" cy="260152"/>
          </a:xfrm>
          <a:prstGeom prst="roundRect">
            <a:avLst>
              <a:gd name="adj" fmla="val 195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5288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5071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4599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5704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6805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6807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3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027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탈락이 아키텍처 피봇의 계기가 되었습니다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957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1965573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130623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29254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3973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020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7433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92105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9939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68226" y="307970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Provider Failover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89597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9846" y="1695748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09116" y="1841748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09116" y="1975098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09116" y="2168723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009116" y="2330648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09116" y="2435423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4352" y="2686199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60650" y="2863900"/>
            <a:ext cx="659904" cy="231577"/>
          </a:xfrm>
          <a:prstGeom prst="roundRect">
            <a:avLst>
              <a:gd name="adj" fmla="val 2193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7298" y="2936825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961507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1757" y="1695748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10638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410638" y="19655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10638" y="21401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– Mar 18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410638" y="23020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3973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10638" y="24925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01555" y="272429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91757" y="290200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02782" y="297492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402782" y="306065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324154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4403" y="16957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73284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73284" y="19655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73284" y="21401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– Mar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773284" y="23020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3973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73284" y="25020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664202" y="27433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654403" y="2921050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65429" y="29939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3390751"/>
            <a:ext cx="8229600" cy="679252"/>
          </a:xfrm>
          <a:prstGeom prst="roundRect">
            <a:avLst>
              <a:gd name="adj" fmla="val 11218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4426" y="350177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2127" y="3531989"/>
            <a:ext cx="39344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2127" y="3693914"/>
            <a:ext cx="39344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문제입니다. 하네스는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문제입니다.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2127" y="3823990"/>
            <a:ext cx="39344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포크는 같은 하네스로 Java 코드 마이그레이션을 자율 수행 —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이식성의 증명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 · 39 releases · 36 days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33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모두가 시간에 따라 열화한다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역할입니다. 4개 축이 없으면 자율 실행은 불가능합니다.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31689"/>
          </a:xfrm>
          <a:prstGeom prst="roundRect">
            <a:avLst>
              <a:gd name="adj" fmla="val 673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문제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2276177"/>
            <a:ext cx="231228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 모두가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시간에 따라 열화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6075" y="2455664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포화 → 정보 손실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 고착 → 무한 반복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누적 → 예산 초과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드리프트 미감지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2861965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이를 자동 보정하는 것이 하네스의 본질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1339453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조립 + SHA-256 캐싱으로 정보 주입을 설계합니다. 장기 세션에서 80%/95% 임계값 compaction이 자동 발동합니다.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60527" y="2483048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9377" y="2546449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1339453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rounds × 200 turns. 비용 초과·수렴 고착·탐색 고착을 3개 자동 브레이크로 차단합니다.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79927" y="2483048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8777" y="2546449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비결정론을 신뢰로 전환. 5-Layer 검증(Guardrails→BiasBuster→Cross-LLM→Rights→Ground Truth)으로 단일 LLM 편향을 차단합니다.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60527" y="4543871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9377" y="4607272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3400127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Events가 신경계처럼 전파. TokenTracker로 실시간 비용 관측, CUSUM 드리프트 감지로 열화를 즉시 포착합니다.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79927" y="4543871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68777" y="4607272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956274"/>
            <a:ext cx="1996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 — 하나의 결함이 전체 자율 실행을 무너뜨립니다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실행합니다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386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스스로 GEODE를 개발합니다. 21 Skills + CANNOT 23-Rule + Socratic Gate로 요구사항을 정제하고 1,160 커밋을 생성했습니다.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38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410944" y="1025426"/>
            <a:ext cx="853380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2445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12445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10586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AgenticLoop가 PR 단위 코드를 자율 작성합니다. 8-Step Loop(Socratic→Plan→Code→Test→Hook→Review→Merge→Learn)로 70% 테스트 비율을 유지합니다.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1058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72882" y="2012752"/>
            <a:ext cx="591443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4382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74382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21394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라운드. 사용자 요청 → AgenticLoop → Tool 실행 → 결과 반환. 52 Tools + 45 MCP + 46 Hook이 완전 자율 실행을 구성합니다.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21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 —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78847" y="3000077"/>
            <a:ext cx="485477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80348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80348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746052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LOOP_START / LOOP_END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TOOL_BEFORE / TOOL_AFTER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 / LEARN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CONTEXT_COMPACT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AGENT_SPAWN / RETURN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28570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않습니다.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66982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78085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293637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0025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강화합니다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956274"/>
            <a:ext cx="2806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강화합니다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33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 시스템은 테스트와 교체가 불가능 — Port/Adapter로 LLM 종속성을 분리했습니다</a:t>
            </a:r>
            <a:endParaRPr lang="en-US" sz="800" dirty="0"/>
          </a:p>
        </p:txBody>
      </p:sp>
      <p:pic>
        <p:nvPicPr>
          <p:cNvPr id="6" name="Image 0" descr="/Users/mango/workspace/portfolio/geode/versions/v3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9824" y="971401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57455" y="1020663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57455" y="1160264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952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9824" y="16191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02078" y="1668363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02078" y="1807964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142976"/>
            <a:ext cx="2158901" cy="993577"/>
          </a:xfrm>
          <a:prstGeom prst="roundRect">
            <a:avLst>
              <a:gd name="adj" fmla="val 7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9824" y="2266801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16775" y="2434977"/>
            <a:ext cx="1708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89824" y="2927003"/>
            <a:ext cx="18717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3,201 tests · 46 hooks · v0.31.0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33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패턴을 참고해 설계 — 5가지 경로로만 종료합니다</a:t>
            </a:r>
            <a:endParaRPr lang="en-US" sz="800" dirty="0"/>
          </a:p>
        </p:txBody>
      </p:sp>
      <p:pic>
        <p:nvPicPr>
          <p:cNvPr id="6" name="Image 0" descr="/Users/mango/workspace/portfolio/geode/versions/v3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600075"/>
          </a:xfrm>
          <a:prstGeom prst="roundRect">
            <a:avLst>
              <a:gd name="adj" fmla="val 1269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3497" y="961876"/>
            <a:ext cx="4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497" y="1228576"/>
            <a:ext cx="477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82892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7813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7813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17359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2280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52280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514326"/>
            <a:ext cx="2260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88175" y="1638151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15125" y="1806327"/>
            <a:ext cx="18097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LLM이 tool_use 없이 응답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50라운드 도달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동일 에러 3회 반복 감지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잔여 2라운드에서 텍스트 강제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587377"/>
            <a:ext cx="2260550" cy="851148"/>
          </a:xfrm>
          <a:prstGeom prst="roundRect">
            <a:avLst>
              <a:gd name="adj" fmla="val 89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8175" y="2711202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8175" y="2879378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8175" y="3143250"/>
            <a:ext cx="1975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33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 — 사람 없이 하네스를 보호하는 3가지 메커니즘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698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8475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루프는 LLM API 턴이 급증하고, 복잡한 도구 사용은 비용을 예측 불가능하게 만듭니다.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883271"/>
            <a:ext cx="2402532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04701" y="2099072"/>
            <a:ext cx="222409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비용이 budget 상한 초과 시 루프 자동 정지. TokenTracker가 실시간 누적 비용을 추적하며 예산 소진율을 /cost 대시보드에 노출합니다.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675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051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92051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LOOP_END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34184" y="860375"/>
            <a:ext cx="2675632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0659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56682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75459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0659" y="1288852"/>
            <a:ext cx="2402681" cy="531019"/>
          </a:xfrm>
          <a:prstGeom prst="roundRect">
            <a:avLst>
              <a:gd name="adj" fmla="val 9567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72160" y="1365052"/>
            <a:ext cx="22436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2160" y="1495127"/>
            <a:ext cx="22436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반복하며 수렴하지 못하면 50 rounds 전체를 낭비하고 의미 없는 결과를 반환합니다.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70659" y="1883271"/>
            <a:ext cx="2402681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1685" y="1968996"/>
            <a:ext cx="22242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81685" y="2099072"/>
            <a:ext cx="22242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시 수렴 판정 → 상위 모델로 에스컬레이션 후 재시도. 모델 체인 소진 시 Cross-Provider로 이동합니다.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70659" y="3759845"/>
            <a:ext cx="2402681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69035" y="3820120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469035" y="3905845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11317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7792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33815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52592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7792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49293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49293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도구를 반복 호출하며 다른 접근을 시도하지 않으면 탐색 공간이 축소되고 결과 품질이 저하됩니다.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47792" y="1883271"/>
            <a:ext cx="2402532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58818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58818" y="2099072"/>
            <a:ext cx="222409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연속 사용 감지 시 다른 접근을 유도하는 hint 자동 주입. 탐색 다양성을 강제합니다.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47792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6168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246168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57200" y="4289822"/>
            <a:ext cx="8229600" cy="603052"/>
          </a:xfrm>
          <a:prstGeom prst="roundRect">
            <a:avLst>
              <a:gd name="adj" fmla="val 12636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4426" y="4400848"/>
            <a:ext cx="50750" cy="3810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22127" y="4457998"/>
            <a:ext cx="62150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127" y="4619923"/>
            <a:ext cx="62150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브레이크가 강할수록 자율 실행 범위가 줄어듭니다. 3가지 임계값(budget 한도, 수렴 횟수 3회, 반복 횟수 5회)은 사용자가 조정 가능합니다. 기본값은 실험적으로 도출했습니다.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33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작업의 사전 계획 + 컨텍스트 포화를 프로바이더별 전략으로 해결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7788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14276"/>
            <a:ext cx="3981450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250752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500" y="1346002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22300" y="1336477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590377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7500" y="167610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5719" y="1685627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9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8869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962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7464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7464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2361605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500" y="2456855"/>
            <a:ext cx="4261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1461" y="2447330"/>
            <a:ext cx="13647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계획 승인 대기 → 확인 후 실행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3675" y="2714030"/>
            <a:ext cx="3708499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176" y="2777430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개입할 수 있습니다.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5176" y="2888456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user_approval_gate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201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2152" y="877788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5201" y="1114276"/>
            <a:ext cx="3981599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1677" y="1250752"/>
            <a:ext cx="3708648" cy="285750"/>
          </a:xfrm>
          <a:prstGeom prst="roundRect">
            <a:avLst>
              <a:gd name="adj" fmla="val 17778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65502" y="13364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5001" y="1341239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1677" y="1599902"/>
            <a:ext cx="1822549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2702" y="1710928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52702" y="1856929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52702" y="2014240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952702" y="3528417"/>
            <a:ext cx="1600498" cy="177701"/>
          </a:xfrm>
          <a:prstGeom prst="roundRect">
            <a:avLst>
              <a:gd name="adj" fmla="val 21441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28902" y="3579168"/>
            <a:ext cx="14770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727627" y="1599902"/>
            <a:ext cx="1822698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8652" y="1710928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38652" y="1856929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838652" y="2014240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38652" y="3528417"/>
            <a:ext cx="1600646" cy="177701"/>
          </a:xfrm>
          <a:prstGeom prst="roundRect">
            <a:avLst>
              <a:gd name="adj" fmla="val 21441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4852" y="3579168"/>
            <a:ext cx="14772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4841677" y="3880545"/>
            <a:ext cx="3708648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43177" y="3943945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context_action.py hook이 프로바이더를 감지하여 전략을 자동 선택합니다.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943177" y="4054971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22127" y="4589711"/>
            <a:ext cx="69332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차단합니다.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33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격리로 메인 대화 오염 방지 · 채널 무관 단일 세션 관리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4663"/>
            <a:ext cx="1464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— 시간 기반 자율 실행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88975"/>
            <a:ext cx="3981450" cy="939701"/>
          </a:xfrm>
          <a:prstGeom prst="roundRect">
            <a:avLst>
              <a:gd name="adj" fmla="val 81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1212800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07975" y="1368326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cron 표현식 실행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1025" y="1733401"/>
            <a:ext cx="1794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Parser: "매일 오전 9시에 리포트 생성" → AT/EVERY/CRON으로 파싱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441525" y="1212800"/>
            <a:ext cx="12650" cy="69205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5677" y="1212800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5677" y="1368326"/>
            <a:ext cx="179433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파싱 → action_queue 등록 → 트리거 시각 도달 → AgenticLoop 위임. 큐 관리로 동시 실행 충돌을 방지합니다.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55677" y="1738759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2104876"/>
            <a:ext cx="3981450" cy="961579"/>
          </a:xfrm>
          <a:prstGeom prst="roundRect">
            <a:avLst>
              <a:gd name="adj" fmla="val 7924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225563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2228701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1025" y="2479328"/>
            <a:ext cx="1092101" cy="231577"/>
          </a:xfrm>
          <a:prstGeom prst="roundRect">
            <a:avLst>
              <a:gd name="adj" fmla="val 2193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0447" y="2552254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72387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726" y="2396877"/>
            <a:ext cx="1092250" cy="396627"/>
          </a:xfrm>
          <a:prstGeom prst="roundRect">
            <a:avLst>
              <a:gd name="adj" fmla="val 1280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91146" y="2469803"/>
            <a:ext cx="913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991146" y="2653903"/>
            <a:ext cx="9134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04472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2575" y="2434977"/>
            <a:ext cx="1092250" cy="320427"/>
          </a:xfrm>
          <a:prstGeom prst="roundRect">
            <a:avLst>
              <a:gd name="adj" fmla="val 1585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11996" y="2507903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311996" y="2606278"/>
            <a:ext cx="91340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81025" y="2856905"/>
            <a:ext cx="3808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기본값 — 메인 대화 컨텍스트를 오염시키지 않습니다. systemEvent로 메인에 결과 주입도 가능합니다.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05201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2152" y="874663"/>
            <a:ext cx="12718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무관 라우팅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5201" y="1088975"/>
            <a:ext cx="3981599" cy="3251597"/>
          </a:xfrm>
          <a:prstGeom prst="roundRect">
            <a:avLst>
              <a:gd name="adj" fmla="val 234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026" y="1212800"/>
            <a:ext cx="885825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94552" y="1285726"/>
            <a:ext cx="754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78252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43777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27627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93151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77001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742526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91687" y="1517303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9026" y="1723579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17988" y="1809304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17988" y="1929854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791687" y="216470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9026" y="2370981"/>
            <a:ext cx="1835200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40052" y="2456706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940052" y="2567732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727627" y="2370981"/>
            <a:ext cx="18353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38652" y="2456706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838652" y="2567732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791687" y="2802582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29026" y="3008858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917988" y="3094583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917988" y="3215134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단일 진입점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22127" y="4589711"/>
            <a:ext cx="6857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Cron은 격리가 기본 — 메인 대화 오염 방지. 단, systemEvent로 메인 주입도 가능하여 격리와 연계를 선택할 수 있습니다. Gateway는 채널 추가 시 어댑터 1개만 구현하면 됩니다.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4956274"/>
            <a:ext cx="2664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33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486400" cy="1501378"/>
          </a:xfrm>
          <a:prstGeom prst="roundRect">
            <a:avLst>
              <a:gd name="adj" fmla="val 33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5291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FLOW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79153"/>
            <a:ext cx="1396901" cy="345877"/>
          </a:xfrm>
          <a:prstGeom prst="roundRect">
            <a:avLst>
              <a:gd name="adj" fmla="val 1468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62" y="1152079"/>
            <a:ext cx="1146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62" y="1266379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 반환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79427" y="118065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2726" y="1079153"/>
            <a:ext cx="3511748" cy="345877"/>
          </a:xfrm>
          <a:prstGeom prst="roundRect">
            <a:avLst>
              <a:gd name="adj" fmla="val 14687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86813" y="1152079"/>
            <a:ext cx="33035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86813" y="1266379"/>
            <a:ext cx="33035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54444" y="1488430"/>
            <a:ext cx="5291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6326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71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051" y="1869281"/>
            <a:ext cx="109952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 — 3-layer safety + PolicyChain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19139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4083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04864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 — 52 native tools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232100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7046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17825" y="1869281"/>
            <a:ext cx="10995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44913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19857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0638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2368004"/>
            <a:ext cx="5486400" cy="2569220"/>
          </a:xfrm>
          <a:prstGeom prst="roundRect">
            <a:avLst>
              <a:gd name="adj" fmla="val 19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6326" y="2479030"/>
            <a:ext cx="52919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2개 이상 tool_use 시 ToolCallProcessor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326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0740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0740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0740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654076" y="2666256"/>
            <a:ext cx="997148" cy="533846"/>
          </a:xfrm>
          <a:prstGeom prst="roundRect">
            <a:avLst>
              <a:gd name="adj" fmla="val 9516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18489" y="2751981"/>
            <a:ext cx="868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18489" y="2891582"/>
            <a:ext cx="8683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18489" y="3015407"/>
            <a:ext cx="86832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7019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663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663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663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74972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81413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1413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413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974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618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618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8618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사용자 에스컬레이션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57900" y="790426"/>
            <a:ext cx="2628900" cy="1425029"/>
          </a:xfrm>
          <a:prstGeom prst="roundRect">
            <a:avLst>
              <a:gd name="adj" fmla="val 35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07026" y="901452"/>
            <a:ext cx="2377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07026" y="107915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자동 복구 체인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207026" y="122827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90669" y="126637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Retry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94327" y="1266379"/>
            <a:ext cx="10360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 backoff 동일 도구 재시도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07026" y="1460004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90669" y="1498104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Alt Tool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94327" y="1498104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07026" y="169172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90669" y="172982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Fallback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94327" y="1729829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07026" y="1923455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290669" y="1961555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Escalate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994327" y="1961555"/>
            <a:ext cx="730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에스컬레이션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057900" y="2291655"/>
            <a:ext cx="2628900" cy="2645569"/>
          </a:xfrm>
          <a:prstGeom prst="roundRect">
            <a:avLst>
              <a:gd name="adj" fmla="val 19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081713" y="2291655"/>
            <a:ext cx="0" cy="264556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126" y="2393156"/>
            <a:ext cx="2348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45126" y="2570857"/>
            <a:ext cx="234811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실행 속도 때문에 T0-1은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병렬화하고, 안전 등급 보장 때문에 T3-4는 순차 개별 승인으로 격리했다.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45126" y="2913459"/>
            <a:ext cx="23481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57200" y="4987975"/>
            <a:ext cx="2827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— v0.31.0 · 52 native tools · 45 MCP · 5-Tier safety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 불가 → Claude Code·Devin·OpenHands 리서치 후 8카테고리 46이벤트로 개편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629841"/>
          </a:xfrm>
          <a:prstGeom prst="roundRect">
            <a:avLst>
              <a:gd name="adj" fmla="val 80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629841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91927"/>
            <a:ext cx="477031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결과·드리프트·MEMORY.md 증강을 실시간 추적하려면 하드코딩 콜백으로는 확장이 불가능했다. 프론티어 3종 리서치 후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 PIPELINE_END 하나가 runs.jsonl 기록과 MEMORY.md 업데이트를 동시에 발동하는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83668"/>
            <a:ext cx="5029200" cy="3453557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326" y="1594693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CATEGORIES — 46 total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785045"/>
            <a:ext cx="2340025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701" y="185797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04701" y="1978521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6326" y="2557909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701" y="2630835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701" y="2751386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RETRY · ERROR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6326" y="3330922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701" y="3403848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/ Verify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04701" y="3524399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 — COMPLETE · FAIL · ESCALATE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4103936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701" y="4176861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4701" y="4297412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SAVE · LOAD · UPDATE · PURGE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97101" y="1785045"/>
            <a:ext cx="2340173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5476" y="185797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95476" y="1978521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ASSEMBLE · CACHE · UPDATE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997101" y="2557909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95476" y="2630835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95476" y="2751386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SPAWN · COMPLETE · FAIL · TIMEOUT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97101" y="3330922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95476" y="3403848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95476" y="3524399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OVERFLOW_ACTION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997101" y="4103936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95476" y="4176861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95476" y="4297412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600700" y="790426"/>
            <a:ext cx="3086100" cy="2872234"/>
          </a:xfrm>
          <a:prstGeom prst="roundRect">
            <a:avLst>
              <a:gd name="adj" fmla="val 17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49826" y="901452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9826" y="1079153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60852" y="1139428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60852" y="1256854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49826" y="1460004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60852" y="152027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60852" y="1637705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49826" y="1850380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60852" y="19106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60852" y="2028081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49826" y="2240756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60852" y="230103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60852" y="2418457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0700" y="3726061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624513" y="3726061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7926" y="3814911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87926" y="396731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00700" y="4368105"/>
            <a:ext cx="3086100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624513" y="4368105"/>
            <a:ext cx="0" cy="569119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7926" y="4456956"/>
            <a:ext cx="28144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787926" y="459983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2733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8 categories · Priority-chain · StuckDetector 120s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결과를 반환할 때 부모 컨텍스트가 기하급수적으로 팽창했다 — full inheritance + 4096 guard로 해결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5054501" cy="626120"/>
          </a:xfrm>
          <a:prstGeom prst="roundRect">
            <a:avLst>
              <a:gd name="adj" fmla="val 81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80901"/>
            <a:ext cx="0" cy="62612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82402"/>
            <a:ext cx="4796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컨텍스트 폭발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056977"/>
            <a:ext cx="47961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3개가 완전한 실행 컨텍스트를 반환하면 부모 컨텍스트가 200K를 즉시 초과. 서브에이전트 수에 비례해 기하급수적으로 팽창했다.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483221"/>
            <a:ext cx="5054501" cy="3454003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594247"/>
            <a:ext cx="4825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full inheritance + 4096 Guard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9125" y="1784747"/>
            <a:ext cx="4730651" cy="384125"/>
          </a:xfrm>
          <a:prstGeom prst="roundRect">
            <a:avLst>
              <a:gd name="adj" fmla="val 1322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023" y="1870472"/>
            <a:ext cx="4546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023" y="1997422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212330" y="2245072"/>
            <a:ext cx="1575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full inheritance (위임이지 파견이 아니다)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9125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122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122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217093" y="2426047"/>
            <a:ext cx="1534716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02088" y="2511772"/>
            <a:ext cx="13647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02088" y="2632323"/>
            <a:ext cx="1364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15209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0206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00206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224832" y="2879973"/>
            <a:ext cx="1549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 — 구조화 요약 압축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9125" y="3041898"/>
            <a:ext cx="4730651" cy="339477"/>
          </a:xfrm>
          <a:prstGeom prst="roundRect">
            <a:avLst>
              <a:gd name="adj" fmla="val 1496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1023" y="3114824"/>
            <a:ext cx="4546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023" y="3222724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출력이 아닌 구조화 요약 반환 — 컨텍스트 폭발 방지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626001" y="780901"/>
            <a:ext cx="3060799" cy="1621631"/>
          </a:xfrm>
          <a:prstGeom prst="roundRect">
            <a:avLst>
              <a:gd name="adj" fmla="val 313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5127" y="891927"/>
            <a:ext cx="28177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75127" y="1079153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94177" y="1079153"/>
            <a:ext cx="0" cy="35867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7527" y="1155353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 = 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27527" y="1275904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 — 동시 실행 서브에이전트 최대 5개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775127" y="1501229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794177" y="1501229"/>
            <a:ext cx="0" cy="3586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7527" y="1577429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27527" y="1697980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내 동일 태스크 중복 제거 — 토큰 낭비 방지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775127" y="1923306"/>
            <a:ext cx="27625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794177" y="1923306"/>
            <a:ext cx="0" cy="36820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27527" y="1999506"/>
            <a:ext cx="2545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= 유효 컨텍스트 600K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27527" y="2129582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독립 200K window — 깊이당 선형 확장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626001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29552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729552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671667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75219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775219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7717334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820885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820885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ctx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626001" y="3142059"/>
            <a:ext cx="3060799" cy="1795165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49813" y="3142059"/>
            <a:ext cx="0" cy="1795165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3227" y="3243560"/>
            <a:ext cx="2788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full inheritance vs sandbox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13227" y="3389561"/>
            <a:ext cx="278865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격리 sandbox는 안전하지만 부모의 tools·skills·memory를 재설정해야 해서 위임의 의미를 잃는다. full inheritance + 4096 guard가 서브에이전트에게 부모의 능력을 그대로 주면서 컨텍스트 폭발을 방지했다.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의존 때문에 Rate Limit·장애 시 파이프라인 전체가 중단됐다 — 3-Provider 체인으로 단일 장애점 제거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422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1652" y="1288703"/>
            <a:ext cx="1010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450628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1177" y="1498253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669703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11177" y="1717328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710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0452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9977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39977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5079950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152204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364730"/>
            <a:ext cx="1284089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6731" y="2450455"/>
            <a:ext cx="108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6731" y="2558355"/>
            <a:ext cx="1083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440930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57556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57556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440930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04191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04191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279320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—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294233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—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05321"/>
          </a:xfrm>
          <a:prstGeom prst="roundRect">
            <a:avLst>
              <a:gd name="adj" fmla="val 56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02077" y="14434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72845" y="14387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38045" y="14434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771948"/>
            <a:ext cx="3035350" cy="645170"/>
          </a:xfrm>
          <a:prstGeom prst="roundRect">
            <a:avLst>
              <a:gd name="adj" fmla="val 7874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8829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057549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Anthropic·OpenAI 양쪽 장애 시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493318"/>
            <a:ext cx="3035350" cy="2434382"/>
          </a:xfrm>
          <a:prstGeom prst="roundRect">
            <a:avLst>
              <a:gd name="adj" fmla="val 2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5263" y="2493318"/>
            <a:ext cx="0" cy="243438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38676" y="2594818"/>
            <a:ext cx="27626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38676" y="2750344"/>
            <a:ext cx="2762694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제거했다.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8529" y="3251448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8529" y="3505498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94522" y="3251448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94522" y="3505498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763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—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인사이트가 휘발됐다 — PIPELINE_END 이벤트가 MEMORY.md에 자동 축적, 다음 세션에 반영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46299"/>
          </a:xfrm>
          <a:prstGeom prst="roundRect">
            <a:avLst>
              <a:gd name="adj" fmla="val 377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14251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130052"/>
            <a:ext cx="1424583" cy="374600"/>
          </a:xfrm>
          <a:prstGeom prst="roundRect">
            <a:avLst>
              <a:gd name="adj" fmla="val 13561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381" y="1215777"/>
            <a:ext cx="1200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381" y="1333202"/>
            <a:ext cx="12004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94309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9360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414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1414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47492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2543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4597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4597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568053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717179"/>
            <a:ext cx="4730948" cy="295721"/>
          </a:xfrm>
          <a:prstGeom prst="roundRect">
            <a:avLst>
              <a:gd name="adj" fmla="val 1717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802904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12925"/>
            <a:ext cx="5029200" cy="2724299"/>
          </a:xfrm>
          <a:prstGeom prst="roundRect">
            <a:avLst>
              <a:gd name="adj" fmla="val 18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323951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352" y="2622352"/>
            <a:ext cx="9313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7352" y="283815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804839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15864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5864" y="2742902"/>
            <a:ext cx="9314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03500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526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526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02013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3039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13039" y="2742902"/>
            <a:ext cx="931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613350" y="790426"/>
            <a:ext cx="3073450" cy="1631454"/>
          </a:xfrm>
          <a:prstGeom prst="roundRect">
            <a:avLst>
              <a:gd name="adj" fmla="val 31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62476" y="914251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476" y="1101477"/>
            <a:ext cx="277519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81526" y="1101477"/>
            <a:ext cx="0" cy="35867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4876" y="1177677"/>
            <a:ext cx="25586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14876" y="1298228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510903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81526" y="1510903"/>
            <a:ext cx="0" cy="3682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4876" y="1587103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14876" y="1717179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62476" y="1929854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81526" y="1929854"/>
            <a:ext cx="0" cy="36820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4876" y="2006054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14876" y="2136130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 —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13350" y="2498080"/>
            <a:ext cx="3073450" cy="645170"/>
          </a:xfrm>
          <a:prstGeom prst="roundRect">
            <a:avLst>
              <a:gd name="adj" fmla="val 78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2476" y="2609106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2476" y="2783681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메모리가 LLMClientPort 추상화 위에 있기 때문에 Provider 전환 후에도 세션 학습 내용이 사라지지 않는다.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13350" y="3219450"/>
            <a:ext cx="3073450" cy="1717774"/>
          </a:xfrm>
          <a:prstGeom prst="roundRect">
            <a:avLst>
              <a:gd name="adj" fmla="val 29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637163" y="3219450"/>
            <a:ext cx="0" cy="1717774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00576" y="3320951"/>
            <a:ext cx="28015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00576" y="3476476"/>
            <a:ext cx="280155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떨어졌다 — 6-Phase 조립으로 2회차부터 입력 비용 10%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544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 파이프라인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09501"/>
            <a:ext cx="747117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555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2925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42925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5068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94817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94817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7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817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9580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0542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80542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80542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92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32583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32583" y="1009501"/>
            <a:ext cx="747117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74938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2583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7346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8308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18308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418308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0451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70200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70200" y="1009501"/>
            <a:ext cx="7472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704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0200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4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925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55925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55925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068217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07966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207966" y="1009501"/>
            <a:ext cx="747117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0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966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2729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3691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293691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293691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05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45584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5584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087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45584" y="1640532"/>
            <a:ext cx="747266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50346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1309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1309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1309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7200" y="1721495"/>
            <a:ext cx="5435650" cy="644723"/>
          </a:xfrm>
          <a:prstGeom prst="roundRect">
            <a:avLst>
              <a:gd name="adj" fmla="val 78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1726257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88087" y="1721495"/>
            <a:ext cx="0" cy="64472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361456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250" y="1721495"/>
            <a:ext cx="0" cy="644723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901" y="1832521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34901" y="1975396"/>
            <a:ext cx="52110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 생성 —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34901" y="2150418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sha256(assembled_prompt) → cache_key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57200" y="2442418"/>
            <a:ext cx="5435650" cy="2494806"/>
          </a:xfrm>
          <a:prstGeom prst="roundRect">
            <a:avLst>
              <a:gd name="adj" fmla="val 2036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06326" y="2553444"/>
            <a:ext cx="52401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조립 복잡도 vs 캐시 안정성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6326" y="2708970"/>
            <a:ext cx="25682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수동 편집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6326" y="2851845"/>
            <a:ext cx="2517874" cy="2664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 — 캐시 미스 빈발</a:t>
            </a:r>
            <a:endParaRPr lang="en-US" sz="700" dirty="0"/>
          </a:p>
          <a:p>
            <a:pPr algn="l" marL="76200" indent="-762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버전 관리 없음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225701" y="2708970"/>
            <a:ext cx="25683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6-Phase 조립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25701" y="2851845"/>
            <a:ext cx="2518023" cy="2664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추적 + 캐시 히트 보장</a:t>
            </a:r>
            <a:endParaRPr lang="en-US" sz="700" dirty="0"/>
          </a:p>
          <a:p>
            <a:pPr algn="l" marL="76200" indent="-762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입력 비용 10%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19800" y="790426"/>
            <a:ext cx="2667000" cy="799951"/>
          </a:xfrm>
          <a:prstGeom prst="roundRect">
            <a:avLst>
              <a:gd name="adj" fmla="val 635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32335" y="926902"/>
            <a:ext cx="244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6132335" y="1269802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132335" y="136817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1회차 100%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019800" y="1666577"/>
            <a:ext cx="2667000" cy="854571"/>
          </a:xfrm>
          <a:prstGeom prst="roundRect">
            <a:avLst>
              <a:gd name="adj" fmla="val 59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56275" y="1777603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156275" y="1910953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파이프라인 내 7개 노드가 동일 시스템 프롬프트를 공유. ephemeral 마킹 1회로 전체 캐시 적용.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56275" y="2222897"/>
            <a:ext cx="2394049" cy="187226"/>
          </a:xfrm>
          <a:prstGeom prst="roundRect">
            <a:avLst>
              <a:gd name="adj" fmla="val 203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245126" y="2273647"/>
            <a:ext cx="22606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same system prompt → 1 cache entry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019800" y="2597348"/>
            <a:ext cx="266700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56275" y="2708374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21 Scaffold Skills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156275" y="284172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유형에 따라 필요한 스킬만 동적 선택 주입 — 프롬프트 크기 최적화.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019800" y="3277493"/>
            <a:ext cx="2667000" cy="1659731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156275" y="338851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56275" y="3521869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카테고리 이벤트 발화 — 캐시 상태와 조립 결과를 관측 레이어에 전달.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 —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2590354"/>
          </a:xfrm>
          <a:prstGeom prst="roundRect">
            <a:avLst>
              <a:gd name="adj" fmla="val 19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 → 2계층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74403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004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18004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82770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2770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7537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47537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6473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1882229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050405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136130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68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1068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37738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783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0783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609106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2843957"/>
            <a:ext cx="4426148" cy="425797"/>
          </a:xfrm>
          <a:prstGeom prst="roundRect">
            <a:avLst>
              <a:gd name="adj" fmla="val 1193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292968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제어(Registry) vs 탐색 자유도(direct config)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059757"/>
            <a:ext cx="42620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LLM이 Catalog를 직접 탐색 가능해졌다.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295900" y="790426"/>
            <a:ext cx="3390900" cy="1472654"/>
          </a:xfrm>
          <a:prstGeom prst="roundRect">
            <a:avLst>
              <a:gd name="adj" fmla="val 345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추적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45026" y="1088678"/>
            <a:ext cx="315450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내역·캐시 히트율 추적이 어려워 자체 구축.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45026" y="1276350"/>
            <a:ext cx="3092648" cy="336352"/>
          </a:xfrm>
          <a:prstGeom prst="roundRect">
            <a:avLst>
              <a:gd name="adj" fmla="val 113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64076" y="1276350"/>
            <a:ext cx="0" cy="3363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4627" y="1339751"/>
            <a:ext cx="2908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445026" y="1650802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464076" y="1650802"/>
            <a:ext cx="0" cy="23157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4627" y="1714202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 — 실시간 비용 산출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920478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920478"/>
            <a:ext cx="0" cy="23157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627" y="1983879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295900" y="233928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445026" y="2450306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45026" y="2624882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50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50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47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547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544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544625" y="2843808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95900" y="3319909"/>
            <a:ext cx="3390900" cy="1607790"/>
          </a:xfrm>
          <a:prstGeom prst="roundRect">
            <a:avLst>
              <a:gd name="adj" fmla="val 31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5319713" y="3319909"/>
            <a:ext cx="0" cy="160779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3126" y="340875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83126" y="3554760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 — 라이브 수집과 테스트를 동시에 보장.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83126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532855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532855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053263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02992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02992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34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Confirmation Bias·Anchoring 편향 — 병렬 전문가 4명 + Cross-LLM + PSM으로 극복</a:t>
            </a:r>
            <a:endParaRPr lang="en-US" sz="700" dirty="0"/>
          </a:p>
        </p:txBody>
      </p:sp>
      <p:pic>
        <p:nvPicPr>
          <p:cNvPr id="6" name="Image 0" descr="/Users/mango/workspace/portfolio/geode/versions/v3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063675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85022" y="3543002"/>
            <a:ext cx="20270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5022" y="3673078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85022" y="3793629"/>
            <a:ext cx="2027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15829"/>
            <a:ext cx="2209354" cy="505123"/>
          </a:xfrm>
          <a:prstGeom prst="roundRect">
            <a:avLst>
              <a:gd name="adj" fmla="val 1005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5022" y="4101554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85022" y="4222105"/>
            <a:ext cx="202704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 — 앵커링 편향 차단.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05882" y="105385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5882" y="13079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89527" y="1095077"/>
            <a:ext cx="7338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89527" y="1209377"/>
            <a:ext cx="7338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89527" y="1295102"/>
            <a:ext cx="7338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6197650" y="155227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05882" y="163800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5882" y="189205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689527" y="1679228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89527" y="179352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89527" y="1879253"/>
            <a:ext cx="8513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6197650" y="2136428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05882" y="2222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05882" y="2476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89527" y="2263378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89527" y="237767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689527" y="2463403"/>
            <a:ext cx="8513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500" dirty="0"/>
          </a:p>
        </p:txBody>
      </p:sp>
      <p:sp>
        <p:nvSpPr>
          <p:cNvPr id="38" name="Text 35"/>
          <p:cNvSpPr/>
          <p:nvPr/>
        </p:nvSpPr>
        <p:spPr>
          <a:xfrm>
            <a:off x="6197650" y="2720578"/>
            <a:ext cx="2489150" cy="2216646"/>
          </a:xfrm>
          <a:prstGeom prst="roundRect">
            <a:avLst>
              <a:gd name="adj" fmla="val 22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818954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2993529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299352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13640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27927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41262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6" name="Text 4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 — 에이전트 코어 수정 0줄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 — 241소스 103K LoC, 83/83 build pass, core 0줄 변경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09476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82452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5867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7015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87302"/>
            <a:ext cx="2933700" cy="2940397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11127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79303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79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 —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3482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 —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28454"/>
            <a:ext cx="2635448" cy="361950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70465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8094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53804"/>
            <a:ext cx="2688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메서드 구현하면 즉시 호환. 파이프라인 노드는 get_domain_or_none()으로 조회 후 fallback.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280220"/>
            <a:ext cx="2133600" cy="1478905"/>
          </a:xfrm>
          <a:prstGeom prst="roundRect">
            <a:avLst>
              <a:gd name="adj" fmla="val 5152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438870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642021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64072"/>
            <a:ext cx="1816298" cy="336500"/>
          </a:xfrm>
          <a:prstGeom prst="roundRect">
            <a:avLst>
              <a:gd name="adj" fmla="val 15097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9219" y="1940272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49219" y="2048173"/>
            <a:ext cx="1645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63851" y="2263973"/>
            <a:ext cx="1816298" cy="336500"/>
          </a:xfrm>
          <a:prstGeom prst="roundRect">
            <a:avLst>
              <a:gd name="adj" fmla="val 15097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219" y="2340173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219" y="2448074"/>
            <a:ext cx="1645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505200" y="2835325"/>
            <a:ext cx="2133600" cy="796677"/>
          </a:xfrm>
          <a:prstGeom prst="roundRect">
            <a:avLst>
              <a:gd name="adj" fmla="val 637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2971800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289250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19326"/>
            <a:ext cx="187205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505200" y="3708202"/>
            <a:ext cx="2133600" cy="729704"/>
          </a:xfrm>
          <a:prstGeom prst="roundRect">
            <a:avLst>
              <a:gd name="adj" fmla="val 696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54326" y="3806577"/>
            <a:ext cx="18720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4326" y="3939927"/>
            <a:ext cx="187205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구현 부담 감수 때문에 GEODE→REODE 피봇 비용 0. 구현 부담이 피봇 속도로 돌아왔다.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90426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809476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82452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5867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44427"/>
            <a:ext cx="2933700" cy="3083272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68252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3000226"/>
            <a:ext cx="2635448" cy="396776"/>
          </a:xfrm>
          <a:prstGeom prst="roundRect">
            <a:avLst>
              <a:gd name="adj" fmla="val 128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085951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35077"/>
            <a:ext cx="24355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56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 —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358527"/>
          </a:xfrm>
          <a:prstGeom prst="roundRect">
            <a:avLst>
              <a:gd name="adj" fmla="val 141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6335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9903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6335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9903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6335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9903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12354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107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488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107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059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6534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751856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789956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751856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47106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09460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1929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3584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19774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29299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19774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29299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1929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2977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45259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43634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68173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4363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3888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648498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40068" y="4721423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프레임워크 재사용 vs 바닥부터 재설계: Eco²에서 검증된 4개 패턴을 재사용했기 때문에 REODE 출시 기간을 단축하고 품질을 보장했다.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런타임 아키텍처를 그대로 거울처럼 반영한다 — 같은 구조, 다른 주체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883098" cy="4076998"/>
          </a:xfrm>
          <a:prstGeom prst="roundRect">
            <a:avLst>
              <a:gd name="adj" fmla="val 264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5592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351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Claude에게 주입되는 헌법 — 어길 수 없는 규칙이 LLM 행동을 제어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소크라테스 정제 → Frontier 리서치 → 구현 → 검증 반복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355205"/>
            <a:ext cx="25592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444055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583656"/>
            <a:ext cx="2351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Devin / OpenHands 리서치 → GAP 분석 → 설계 결정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958257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047107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39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186708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 아키텍처 결정 이력 — 모든 피봇을 문서화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5952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284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051250" y="838051"/>
            <a:ext cx="2883098" cy="4076998"/>
          </a:xfrm>
          <a:prstGeom prst="roundRect">
            <a:avLst>
              <a:gd name="adj" fmla="val 264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2131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274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13175" y="1253877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40126" y="1342727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40126" y="1482328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행동을 실시간 감시 — 위반 즉시 차단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13175" y="1752154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40126" y="1841004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40126" y="1980605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설계한 루프가 자율 실행으로 구현됨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213175" y="2250430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40126" y="2339280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40126" y="2478881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결과를 그대로 구현한 내결함성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213175" y="2748707"/>
            <a:ext cx="25592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40126" y="2837557"/>
            <a:ext cx="2351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0126" y="2977158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릴리스가 회귀 없이 축적된 구조적 증거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035850" y="838051"/>
            <a:ext cx="1650950" cy="4076998"/>
          </a:xfrm>
          <a:prstGeom prst="roundRect">
            <a:avLst>
              <a:gd name="adj" fmla="val 46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97775" y="2131070"/>
            <a:ext cx="13536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Mirror인가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97775" y="2356396"/>
            <a:ext cx="135364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런타임과 동형 구조를 가질 때, 설계 결정이 코드로 직접 흐른다.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97775" y="2908250"/>
            <a:ext cx="13536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700" dirty="0"/>
          </a:p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97775" y="3280916"/>
            <a:ext cx="13271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97775" y="3387179"/>
            <a:ext cx="1353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97775" y="3517255"/>
            <a:ext cx="1353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 없이는 v0.6에서 멈췄을 것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커밋 · 36일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편향된다 — Frontier 하네스를 거울 삼고, 4인격이 구현을 검증한다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4099322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1252"/>
            <a:ext cx="848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190327"/>
            <a:ext cx="381500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GEODE의 모든 핵심 설계는 프론티어 하네스의 GAP 분석에서 출발했다. 직접 구현하지 않아도 되는 것을 먼저 확인했고, 독자적으로 해결해야 할 문제만 설계했다.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532930"/>
            <a:ext cx="1838325" cy="511373"/>
          </a:xfrm>
          <a:prstGeom prst="roundRect">
            <a:avLst>
              <a:gd name="adj" fmla="val 99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621780"/>
            <a:ext cx="1668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42331"/>
            <a:ext cx="1668030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 참조 → AgenticLoop 50 rounds 설계 근거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520851" y="1532930"/>
            <a:ext cx="1838474" cy="511373"/>
          </a:xfrm>
          <a:prstGeom prst="roundRect">
            <a:avLst>
              <a:gd name="adj" fmla="val 99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22352" y="1621780"/>
            <a:ext cx="16681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22352" y="1742331"/>
            <a:ext cx="166818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기반, P4 래칫, P6 컨텍스트 예산 → CLAUDE.md 규칙 설계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19125" y="2120503"/>
            <a:ext cx="1838325" cy="511373"/>
          </a:xfrm>
          <a:prstGeom prst="roundRect">
            <a:avLst>
              <a:gd name="adj" fmla="val 99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0626" y="2209354"/>
            <a:ext cx="1668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20626" y="2329904"/>
            <a:ext cx="1668030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→ 에이전트 디스패치 계층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520851" y="2120503"/>
            <a:ext cx="1838474" cy="511373"/>
          </a:xfrm>
          <a:prstGeom prst="roundRect">
            <a:avLst>
              <a:gd name="adj" fmla="val 99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22352" y="2209354"/>
            <a:ext cx="16681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22352" y="2329904"/>
            <a:ext cx="166818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보호, Dumb Platform → CANNOT Git 규칙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19125" y="2733377"/>
            <a:ext cx="3740200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6075" y="2822228"/>
            <a:ext cx="355602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분석 결과: 장기 자율 실행 + 비용 제어 + 도메인 포터빌리티는 어느 하네스도 풀지 않은 문제였다. 이것이 GEODE의 설계 영역이 됐다.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22750" y="825252"/>
            <a:ext cx="4064050" cy="4099322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467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98975" y="971252"/>
            <a:ext cx="997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4675" y="1190327"/>
            <a:ext cx="381500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시각으로 설계를 검토하면 Confirmation Bias로 구현의 문제를 놓친다. 4인격이 독립적으로 리뷰하여 서로의 맹점을 보완한다.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84675" y="1532930"/>
            <a:ext cx="3740200" cy="404813"/>
          </a:xfrm>
          <a:prstGeom prst="roundRect">
            <a:avLst>
              <a:gd name="adj" fmla="val 125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11626" y="1621780"/>
            <a:ext cx="181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0827" y="1621780"/>
            <a:ext cx="26424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90827" y="1742331"/>
            <a:ext cx="26424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의존성, 인터페이스 일관성, 확장 가능성 — "이 설계가 v0.40까지 살아남는가?"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84675" y="2001143"/>
            <a:ext cx="3740200" cy="404813"/>
          </a:xfrm>
          <a:prstGeom prst="roundRect">
            <a:avLst>
              <a:gd name="adj" fmla="val 125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11626" y="2089993"/>
            <a:ext cx="181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0827" y="2089993"/>
            <a:ext cx="28352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90827" y="2210544"/>
            <a:ext cx="28352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 — "이 경로가 샌드박스를 우회하는가?"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84675" y="2469356"/>
            <a:ext cx="3740200" cy="404813"/>
          </a:xfrm>
          <a:prstGeom prst="roundRect">
            <a:avLst>
              <a:gd name="adj" fmla="val 125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11626" y="2558207"/>
            <a:ext cx="181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90827" y="2558207"/>
            <a:ext cx="2445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90827" y="2678757"/>
            <a:ext cx="244511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 — "이 코드가 3,201 테스트를 통과하는가?"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84675" y="2937570"/>
            <a:ext cx="3740200" cy="404813"/>
          </a:xfrm>
          <a:prstGeom prst="roundRect">
            <a:avLst>
              <a:gd name="adj" fmla="val 125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11626" y="3026420"/>
            <a:ext cx="181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90827" y="3026420"/>
            <a:ext cx="2087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90827" y="3146971"/>
            <a:ext cx="20871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— "LLM 호출을 줄일 수 있는가?"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57200" y="4987975"/>
            <a:ext cx="20232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500+ PRs · 4-Persona × 8-Step Loop = 39 Releases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 —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 —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657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753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684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559421"/>
            <a:ext cx="43947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645146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765697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705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10368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9893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1306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2000548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8627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216348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15131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54337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49587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812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51199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36924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67000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601962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049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002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319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2987576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176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526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45564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55089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4825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352502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43822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 —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56830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03265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3906292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00154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3933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803154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3888879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—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01895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3953917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489472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651397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2118122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2238673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587823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729061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724299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919561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914799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3114824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31052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3305324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3295799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657600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759101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 —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16543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commits · Feb 21 – Mar 28, 2026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9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릴리스, 6 아키텍처 피봇 —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667173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6543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781324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590973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6766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8067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210517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20923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2219325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2028974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2114699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 —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224477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543175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5303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657326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466975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55270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68277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98117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96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3095327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904976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990701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3120777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4191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4063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533329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342977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4287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5587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85717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8443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47502" y="3780979"/>
            <a:ext cx="54868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83978" y="3866704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+ Long-Running Safety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83978" y="3987254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Beta tool_use 캐시 규칙 차이를 인지한 압축. 비용 상한 + 수렴 감지 + 다양성 강제로 안정성 달성.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35850" y="1705421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4504" y="1867346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84504" y="2315021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4504" y="2410271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v0.31 · 36일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035850" y="2759422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7775" y="2895898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8520" y="2895898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7775" y="306407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2377" y="3064073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97775" y="323224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302377" y="323224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35850" y="3575000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62800" y="3676501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6 major architecture pivots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파괴한다 —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3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2889796"/>
          </a:xfrm>
          <a:prstGeom prst="roundRect">
            <a:avLst>
              <a:gd name="adj" fmla="val 26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25153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45704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571030"/>
            <a:ext cx="3136999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647230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767780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078831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155031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275582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3816548"/>
            <a:ext cx="3460849" cy="1108025"/>
          </a:xfrm>
          <a:prstGeom prst="roundRect">
            <a:avLst>
              <a:gd name="adj" fmla="val 68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3953024"/>
            <a:ext cx="31997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4130725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89377" y="4206925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Trust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489377" y="4327475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승인한 작업 — 4-Tier HITL 권한 모델로 자율 실행 경계 명시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994475" y="4130725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095976" y="4206925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Trust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095976" y="4327475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요청한 작업 — 5-Tier Safety 등급으로 자동/수동 승인 분류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387876" y="4663827"/>
            <a:ext cx="319973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46 Hook Events · 5-Tier Tool Safety · macOS Seatbelt (REODE)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설계 결정은 무언가를 포기하고 무언가를 얻는다 — Trade-off를 인식한 결정만이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58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92101"/>
            <a:ext cx="7596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35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호출 단순성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67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GEODE→REODE 이식 시 코어 코드 변경 0줄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6751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27349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3600"/>
            <a:ext cx="134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50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요약(빠르지만 정보 손실)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382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LLM이 직접 선별 → 컨텍스트 비용 0.03%로 절감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082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688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5099"/>
            <a:ext cx="1375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46549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단일 압축 로직의 단순성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797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Anthropic Beta tool_use 캐시 규칙 준수 → Failover 안정성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497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03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16598"/>
            <a:ext cx="10035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88048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초기 설계 속도 (레이어마다 인터페이스 정의)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12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187 모듈 중 어느 레이어도 교체 가능한 구조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1403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141809"/>
            <a:ext cx="852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3180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중앙 집중 도구 관리 (단일 조회 포인트)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4512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Proxy stub 9개 제거 → 45 MCP auto-discovery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975842"/>
            <a:ext cx="4064050" cy="1074539"/>
          </a:xfrm>
          <a:prstGeom prst="roundRect">
            <a:avLst>
              <a:gd name="adj" fmla="val 709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29106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297311"/>
            <a:ext cx="1346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46876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수동 편집의 즉각성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60196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ephemeral → 2회차 입력 비용 10%로 감소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3126581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4416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443139"/>
            <a:ext cx="1323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(휘발 → 불변)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6193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Redis 캐시 (단계 없는 단일 레이어)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7525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Failover 시에도 학습 내용 보존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4277171"/>
            <a:ext cx="4064050" cy="637877"/>
          </a:xfrm>
          <a:prstGeom prst="roundRect">
            <a:avLst>
              <a:gd name="adj" fmla="val 79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75150" y="4391471"/>
            <a:ext cx="3834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원칙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75150" y="4534346"/>
            <a:ext cx="383443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포기하는 것을 명시하지 않은 설계 결정은 결정이 아니다. 7개 피봇 모두 CHANGELOG에 "왜"가 기록되어 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모든 피봇 CHANGELOG 기록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Infra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실행과 인프라 결정 — 자율성을 높이면 안전성 비용이 오르고, 안전성을 높이면 처리량이 줄어든다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88529"/>
            <a:ext cx="1752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무한 루프 방지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완전 자율 (무제한 실행 시도)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수렴 감지 + 비용 상한 → 파이프라인 폭주 차단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7172"/>
            <a:ext cx="1442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자식 출력 전체 반환 (완전한 컨텍스트)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부모 컨텍스트 폭발 방지 → MAX_CONCURRENT=5 병렬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6290"/>
            <a:ext cx="12142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TIER 3-4 병렬 처리 (속도)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DANGEROUS 명령 개별 승인 → 권한 에스컬레이션 차단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24933"/>
            <a:ext cx="1390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 120s Timeout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느린 작업 완료 대기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NODE_ENTER 후 EXIT 미감지 시 파이프라인 강제 중단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088529"/>
            <a:ext cx="13638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병렬 핸들러 실행 (최대 처리량)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핸들러가 Logging보다 항상 먼저 실행 보장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137172"/>
            <a:ext cx="1237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OPEN 60s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즉시 재시도 (지연 없는 복구 시도)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5회 연속 실패 후 60s OPEN → RateLimit 폭주 차단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176290"/>
            <a:ext cx="657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공유 컨텍스트 (이전 세션 학습 즉시 반영)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스케줄 충돌 없는 독립 실행 → 장기 운용 안정성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8467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98975" y="4220170"/>
            <a:ext cx="10354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dry-run 자동 전환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467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항상 라이브 데이터 (API 키 필수)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8467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키 부재 시 fixture fallback → 오프라인 테스트 가능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1565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52 Tools · 45 MCP · 46 Hook Events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규칙과 설계 제약이 결과를 만든다 — 제약 없는 자유가 아닌 제약을 통한 성취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69231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80257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9125" y="1700808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 — 인과관계 1문장 필수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3001" y="159767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2351" y="1469231"/>
            <a:ext cx="3924449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4276" y="1580257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24276" y="1700808"/>
            <a:ext cx="36726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33장 모든 슬라이드가 DAG + 내러티브 시각화로 구성됨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38796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149822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270373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3001" y="216723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351" y="2024509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276" y="2135535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24276" y="2256086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릴리스 무회귀 — 회귀 이슈 60% 감소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622649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2733675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9125" y="2854226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 — 화살표 흐름 + 분기 필수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3001" y="275108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2351" y="2608362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24276" y="2719388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24276" y="2839938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모두 흐름도 기반 설계 문서로 누적됨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206502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125" y="3317528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9125" y="3438079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83001" y="3334941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62351" y="3192214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4276" y="3303240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24276" y="3423791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아키텍처 피봇 모두 CHANGELOG에 WHY 기록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790355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125" y="3901380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9125" y="4021931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 — 정보 밀도 강제 압축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3001" y="391879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62351" y="3776067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24276" y="3887093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24276" y="4007644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 프레젠테이션 — 슬라이드당 핵심 1메시지 유지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23 CANNOT rules · 제약이 품질을 만든다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 — GEODE v0.31.0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01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801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936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1936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071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71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206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4206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1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1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936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1936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71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3071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206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4206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801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1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1936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1936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30711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30711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2061" y="2510582"/>
            <a:ext cx="1133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2061" y="2840682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3076426"/>
          </a:xfrm>
          <a:prstGeom prst="roundRect">
            <a:avLst>
              <a:gd name="adj" fmla="val 35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89824" y="971252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9824" y="12123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4124" y="1148953"/>
            <a:ext cx="17551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9824" y="15242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124" y="14608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89824" y="17119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04124" y="16485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9824" y="18996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04124" y="18362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987403"/>
            <a:ext cx="2158901" cy="937171"/>
          </a:xfrm>
          <a:prstGeom prst="roundRect">
            <a:avLst>
              <a:gd name="adj" fmla="val 813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89824" y="4123879"/>
            <a:ext cx="1871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89824" y="4298454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9824" y="4473476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89824" y="4673798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20537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 · Anthropic / OpenAI / ZhipuAI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디시플린입니다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도구가 아닌 습관 — 4축이 매 릴리스마다 실천될 때 하네스가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850678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977628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548979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939504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3045768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464421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565922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743623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93827" y="1189286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 — 장기 진화 방향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93827" y="1351211"/>
            <a:ext cx="498860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캐싱 → Semantic diff 기반 선택적 재생성으로 진화. Provider별 캐시 효율 최적화가 장기 비용 절감의 핵심.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86117" y="1151186"/>
            <a:ext cx="53875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93827" y="2225278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 — 장기 진화 방향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93827" y="2387203"/>
            <a:ext cx="49096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루프 → Plan-first + Executor 분리 → 멀티 에이전트 DAG 오케스트레이션. 수렴 감지와 다양성 강제가 루프 품질을 유지.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908727" y="2187029"/>
            <a:ext cx="61614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993827" y="3261122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— 장기 진화 방향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93827" y="3423047"/>
            <a:ext cx="491649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정적 검증 → CUSUM 드리프트 감지 + 실시간 Cross-LLM 합의도 추적. 비결정론을 측정 가능한 지표로 관리.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915424" y="3223022"/>
            <a:ext cx="609451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93827" y="4297114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— 장기 진화 방향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93827" y="4459039"/>
            <a:ext cx="4838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LangSmith/OTEL 수동 트레이싱 → 자동 비용 예측 + 예산 소진율 알림 → ML 기반 실행 계획 최적화.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838926" y="4258866"/>
            <a:ext cx="685949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Harness Engineering = Context × Loop × Validation × Observation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3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41182" y="171301"/>
            <a:ext cx="1882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1245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6102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4512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8684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— 36일, 1,160 커밋, 39 릴리스가 이 명제의 실증입니다.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58020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94496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1212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1212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35778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35778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40344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40344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1911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27648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687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05349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653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0195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619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898553"/>
            <a:ext cx="288717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 —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3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949672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473523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635448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911673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3106936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3187898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334342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48942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873550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975050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3,201 Tests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33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2026-03-28T05:09:17Z</dcterms:created>
  <dcterms:modified xsi:type="dcterms:W3CDTF">2026-03-28T05:09:17Z</dcterms:modified>
</cp:coreProperties>
</file>