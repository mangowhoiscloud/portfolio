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1856036" cy="263426"/>
          </a:xfrm>
          <a:prstGeom prst="roundRect">
            <a:avLst>
              <a:gd name="adj" fmla="val 1446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3675" y="441275"/>
            <a:ext cx="16147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1 → S05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389436" y="450800"/>
            <a:ext cx="12797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박스를 아래 슬라이드에 삽입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47576"/>
            <a:ext cx="8229600" cy="853529"/>
          </a:xfrm>
          <a:prstGeom prst="roundRect">
            <a:avLst>
              <a:gd name="adj" fmla="val 595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852339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2038" y="847576"/>
            <a:ext cx="0" cy="853529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6343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6250" y="847576"/>
            <a:ext cx="0" cy="853529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250" y="958602"/>
            <a:ext cx="8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runtime.py 5-Module 분해 (v0.31)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2250" y="1133177"/>
            <a:ext cx="808663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1,476줄 단일 파일이 장기 운용에서 변경 충돌의 병목이 되므로, OpenClaw 플러그인 패턴으로 4개 모듈을 추출하여 517줄로 축소한다.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22250" y="1317129"/>
            <a:ext cx="1217712" cy="272951"/>
          </a:xfrm>
          <a:prstGeom prst="roundRect">
            <a:avLst>
              <a:gd name="adj" fmla="val 139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1101" y="1367879"/>
            <a:ext cx="10608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bootstrap.py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711101" y="1453604"/>
            <a:ext cx="10608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345줄 · hooks/memory/session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890713" y="1317129"/>
            <a:ext cx="1044178" cy="272951"/>
          </a:xfrm>
          <a:prstGeom prst="roundRect">
            <a:avLst>
              <a:gd name="adj" fmla="val 139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979563" y="1367879"/>
            <a:ext cx="8838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infra.py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1979563" y="1453604"/>
            <a:ext cx="8838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228줄 · policies/tools/LLM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985641" y="1317129"/>
            <a:ext cx="1023193" cy="272951"/>
          </a:xfrm>
          <a:prstGeom prst="roundRect">
            <a:avLst>
              <a:gd name="adj" fmla="val 139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074491" y="1367879"/>
            <a:ext cx="8624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automation.py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074491" y="1453604"/>
            <a:ext cx="8624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261줄 · L4.5 components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4059585" y="1317129"/>
            <a:ext cx="1226344" cy="272951"/>
          </a:xfrm>
          <a:prstGeom prst="roundRect">
            <a:avLst>
              <a:gd name="adj" fmla="val 139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148435" y="1367879"/>
            <a:ext cx="10696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adapters.py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148435" y="1453604"/>
            <a:ext cx="10696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243줄 · MCP/gateway/calendar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1856036" cy="263426"/>
          </a:xfrm>
          <a:prstGeom prst="roundRect">
            <a:avLst>
              <a:gd name="adj" fmla="val 1446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3675" y="441275"/>
            <a:ext cx="16147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2 → S05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389436" y="450800"/>
            <a:ext cx="12797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박스를 아래 슬라이드에 삽입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47576"/>
            <a:ext cx="8229600" cy="529828"/>
          </a:xfrm>
          <a:prstGeom prst="roundRect">
            <a:avLst>
              <a:gd name="adj" fmla="val 958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852339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2038" y="847576"/>
            <a:ext cx="0" cy="529828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2642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6250" y="847576"/>
            <a:ext cx="0" cy="529828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250" y="958602"/>
            <a:ext cx="8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ContextVar DI 정리 (v0.31)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2250" y="1133177"/>
            <a:ext cx="808663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소비자이거나 동일 파일 내에서만 접근하는 ContextVar 8개를 module-level 변수로 교체하여 불필요한 간접 참조를 제거한다. set_*/get_* API는 유지하여 호출부 변경이 없다.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1856036" cy="263426"/>
          </a:xfrm>
          <a:prstGeom prst="roundRect">
            <a:avLst>
              <a:gd name="adj" fmla="val 1446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3675" y="441275"/>
            <a:ext cx="16147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3 → S05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389436" y="450800"/>
            <a:ext cx="12797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박스를 아래 슬라이드에 삽입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47576"/>
            <a:ext cx="8229600" cy="663029"/>
          </a:xfrm>
          <a:prstGeom prst="roundRect">
            <a:avLst>
              <a:gd name="adj" fmla="val 766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852339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2038" y="847576"/>
            <a:ext cx="0" cy="663029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5843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6250" y="847576"/>
            <a:ext cx="0" cy="663029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250" y="958602"/>
            <a:ext cx="8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infrastructure/ 삭제 + Protocol co-locate (v0.30)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2250" y="1133177"/>
            <a:ext cx="8086636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Protocol 포트를 주 소비자 모듈 옆으로 이동하고, infrastructure/ 디렉터리 자체를 삭제한다. 구현체가 하나뿐인 Protocol(ProjectMemoryPort, OrganizationMemoryPort, UserProfilePort)은 구체 타입 직접 참조로 전환한다. SessionStorePort는 다중 구현체가 있으므로 유지한다.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1895773" cy="263426"/>
          </a:xfrm>
          <a:prstGeom prst="roundRect">
            <a:avLst>
              <a:gd name="adj" fmla="val 1446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3675" y="441275"/>
            <a:ext cx="16552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4 → S13 LLM Failover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429173" y="450800"/>
            <a:ext cx="12797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박스를 아래 슬라이드에 삽입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47576"/>
            <a:ext cx="8229600" cy="663029"/>
          </a:xfrm>
          <a:prstGeom prst="roundRect">
            <a:avLst>
              <a:gd name="adj" fmla="val 766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852339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2038" y="847576"/>
            <a:ext cx="0" cy="663029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5843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6250" y="847576"/>
            <a:ext cx="0" cy="663029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250" y="958602"/>
            <a:ext cx="8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Responses API 전환 (v0.31)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2250" y="1133177"/>
            <a:ext cx="8086636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OpenAIAgenticAdapter를 Chat Completions에서 Responses API(client.responses.create)로 마이그레이션한다. 네이티브 web_search 호스티드 도구를 자동 주입하고, normalize_openai_responses() 정규화기로 Anthropic 포맷과 통일한다.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2591991" cy="263426"/>
          </a:xfrm>
          <a:prstGeom prst="roundRect">
            <a:avLst>
              <a:gd name="adj" fmla="val 1446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3675" y="441275"/>
            <a:ext cx="23654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5 → S10 Tool Dispatch / S17 MCP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125391" y="450800"/>
            <a:ext cx="12797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박스를 아래 슬라이드에 삽입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47576"/>
            <a:ext cx="8229600" cy="653653"/>
          </a:xfrm>
          <a:prstGeom prst="roundRect">
            <a:avLst>
              <a:gd name="adj" fmla="val 777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852339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2038" y="847576"/>
            <a:ext cx="0" cy="65365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96467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6250" y="847576"/>
            <a:ext cx="0" cy="653653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250" y="958602"/>
            <a:ext cx="8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3사 네이티브 웹 검색 Fallback (v0.31)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2250" y="1133177"/>
            <a:ext cx="808663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Brave Search MCP($200/월)를 제거하고, Anthropic(web_search_20260209) → OpenAI(Responses API web_search) → GLM(glm-5 네이티브) 순차 fallback으로 전환한다. 외부 API 키 의존이 제로가 된다.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22250" y="1304479"/>
            <a:ext cx="808663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brave_adapter.py 삭제 · catalog에서 brave-search/twitter 항목 제거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1942802" cy="263426"/>
          </a:xfrm>
          <a:prstGeom prst="roundRect">
            <a:avLst>
              <a:gd name="adj" fmla="val 1446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3675" y="441275"/>
            <a:ext cx="1703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6 → S10 Tool Dispatch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476202" y="450800"/>
            <a:ext cx="12797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박스를 아래 슬라이드에 삽입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47576"/>
            <a:ext cx="8229600" cy="856952"/>
          </a:xfrm>
          <a:prstGeom prst="roundRect">
            <a:avLst>
              <a:gd name="adj" fmla="val 5928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852339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2038" y="847576"/>
            <a:ext cx="0" cy="856952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9766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6250" y="847576"/>
            <a:ext cx="0" cy="856952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250" y="958602"/>
            <a:ext cx="8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체계 (v0.32 기준)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8113" y="1133177"/>
            <a:ext cx="4220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8113" y="1371302"/>
            <a:ext cx="4220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Tools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132975" y="1133177"/>
            <a:ext cx="4608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32975" y="1371302"/>
            <a:ext cx="46087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Catalog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686516" y="1133177"/>
            <a:ext cx="4406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86516" y="1371302"/>
            <a:ext cx="4406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622250" y="1507778"/>
            <a:ext cx="808663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v0.32.0 기준. definitions.json 52개 + task tools 2개 = 54 native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1942802" cy="263426"/>
          </a:xfrm>
          <a:prstGeom prst="roundRect">
            <a:avLst>
              <a:gd name="adj" fmla="val 1446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3675" y="441275"/>
            <a:ext cx="17032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7 → S10 Tool Dispatch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476202" y="450800"/>
            <a:ext cx="12797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박스를 아래 슬라이드에 삽입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47576"/>
            <a:ext cx="8229600" cy="301972"/>
          </a:xfrm>
          <a:prstGeom prst="roundRect">
            <a:avLst>
              <a:gd name="adj" fmla="val 1682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847576"/>
            <a:ext cx="0" cy="301972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936427"/>
            <a:ext cx="812215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실행 맥락: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50라운드 × 평균 3.2 도구 호출/턴 = 세션당 최대 160회 도구 실행. 5-Tier Safety 없이는 WRITE/DANGEROUS 도구가 자동 실행되어 시스템을 파괴할 수 있다.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1910209" cy="263426"/>
          </a:xfrm>
          <a:prstGeom prst="roundRect">
            <a:avLst>
              <a:gd name="adj" fmla="val 1446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3675" y="441275"/>
            <a:ext cx="16700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8 → S11 Hook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443609" y="450800"/>
            <a:ext cx="12797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박스를 아래 슬라이드에 삽입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47576"/>
            <a:ext cx="8229600" cy="426244"/>
          </a:xfrm>
          <a:prstGeom prst="roundRect">
            <a:avLst>
              <a:gd name="adj" fmla="val 1191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847576"/>
            <a:ext cx="0" cy="426244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936427"/>
            <a:ext cx="8122158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실행 맥락: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장기 세션에서 모델 성능이 점진적으로 열화하는 것을 감지하는 것이 Hook의 존재 이유이다. DRIFT_DETECTED가 CUSUM 누적 편차를 포착하고, CONTEXT_WARNING/CRITICAL이 컨텍스트 포화를 조기 경보한다.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2432000" cy="263426"/>
          </a:xfrm>
          <a:prstGeom prst="roundRect">
            <a:avLst>
              <a:gd name="adj" fmla="val 1446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3675" y="441275"/>
            <a:ext cx="22022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9 → S14 Context Compression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65400" y="450800"/>
            <a:ext cx="12797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박스를 아래 슬라이드에 삽입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47576"/>
            <a:ext cx="8229600" cy="301972"/>
          </a:xfrm>
          <a:prstGeom prst="roundRect">
            <a:avLst>
              <a:gd name="adj" fmla="val 1682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847576"/>
            <a:ext cx="0" cy="301972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936427"/>
            <a:ext cx="812215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실행 맥락: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장기 세션에서 컨텍스트 80% 도달은 시간 문제이다. 30턴 이상 지속되면 tool_result 누적으로 1M 윈도우도 절반 이상 소비된다. Provider-aware Compaction이 프로바이더별 최적 전략을 자동 선택한다.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1825228" cy="263426"/>
          </a:xfrm>
          <a:prstGeom prst="roundRect">
            <a:avLst>
              <a:gd name="adj" fmla="val 1446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3675" y="441275"/>
            <a:ext cx="15833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10 → S12 Sub-Agent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358628" y="450800"/>
            <a:ext cx="12797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박스를 아래 슬라이드에 삽입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47576"/>
            <a:ext cx="8229600" cy="426244"/>
          </a:xfrm>
          <a:prstGeom prst="roundRect">
            <a:avLst>
              <a:gd name="adj" fmla="val 1191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847576"/>
            <a:ext cx="0" cy="426244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936427"/>
            <a:ext cx="8122158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실행 맥락: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장기 세션에서 서브에이전트가 반복 스폰되면 부모 컨텍스트에 결과가 기하급수적으로 누적된다. 4096-token guard 없이 5개 서브에이전트가 각 8K를 반환하면 40K 토큰이 즉시 유입되어 컨텍스트 40%를 소비한다.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1959471" cy="263426"/>
          </a:xfrm>
          <a:prstGeom prst="roundRect">
            <a:avLst>
              <a:gd name="adj" fmla="val 1446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3675" y="441275"/>
            <a:ext cx="17202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11 → S13 LLM Failover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492871" y="450800"/>
            <a:ext cx="12797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박스를 아래 슬라이드에 삽입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47576"/>
            <a:ext cx="8229600" cy="426244"/>
          </a:xfrm>
          <a:prstGeom prst="roundRect">
            <a:avLst>
              <a:gd name="adj" fmla="val 1191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847576"/>
            <a:ext cx="0" cy="426244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936427"/>
            <a:ext cx="8122158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실행 맥락: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장기 세션에서 Provider Rate Limit이 누적 호출로 발동하는 빈도가 높아진다. CircuitBreaker가 장애 Provider를 60초간 차단하고, 세션 메모리가 모델에 종속되지 않으므로 Failover 시에도 학습 내용이 유지된다.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2277070" cy="263426"/>
          </a:xfrm>
          <a:prstGeom prst="roundRect">
            <a:avLst>
              <a:gd name="adj" fmla="val 1446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3675" y="441275"/>
            <a:ext cx="20442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12 → S16 PromptAssembler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10470" y="450800"/>
            <a:ext cx="12797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박스를 아래 슬라이드에 삽입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47576"/>
            <a:ext cx="8229600" cy="301972"/>
          </a:xfrm>
          <a:prstGeom prst="roundRect">
            <a:avLst>
              <a:gd name="adj" fmla="val 1682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847576"/>
            <a:ext cx="0" cy="301972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936427"/>
            <a:ext cx="812215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실행 맥락: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장기 세션에서 프롬프트가 턴마다 재조립되면 비용이 선형 증가한다. SHA-256 해시가 동일하면 재조립을 스킵하고 cache_control: ephemeral로 2회차부터 입력 비용을 90% 절감한다.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1890117" cy="263426"/>
          </a:xfrm>
          <a:prstGeom prst="roundRect">
            <a:avLst>
              <a:gd name="adj" fmla="val 1446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3675" y="441275"/>
            <a:ext cx="16495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13 → S17 MCP + Cost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423517" y="450800"/>
            <a:ext cx="12797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박스를 아래 슬라이드에 삽입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47576"/>
            <a:ext cx="8229600" cy="426244"/>
          </a:xfrm>
          <a:prstGeom prst="roundRect">
            <a:avLst>
              <a:gd name="adj" fmla="val 1191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847576"/>
            <a:ext cx="0" cy="426244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936427"/>
            <a:ext cx="8122158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실행 맥락:</a:t>
            </a:r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while(tool_use) 루프 특성상 LLM API 턴이 누적되어 비용이 폭발한다. TokenTracker가 매 호출의 모델/토큰/비용을 ContextVar 싱글톤으로 추적하고, budget 초과 시 자동 정지가 장기 세션의 비용 안전망이 된다.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2660452" cy="263426"/>
          </a:xfrm>
          <a:prstGeom prst="roundRect">
            <a:avLst>
              <a:gd name="adj" fmla="val 1446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3675" y="441275"/>
            <a:ext cx="24352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14 → S05 Architecture / S21 Mirror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193852" y="450800"/>
            <a:ext cx="12797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박스를 아래 슬라이드에 삽입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47576"/>
            <a:ext cx="8229600" cy="786854"/>
          </a:xfrm>
          <a:prstGeom prst="roundRect">
            <a:avLst>
              <a:gd name="adj" fmla="val 645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852339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2038" y="847576"/>
            <a:ext cx="0" cy="78685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29668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6250" y="847576"/>
            <a:ext cx="0" cy="786854"/>
          </a:xfrm>
          <a:prstGeom prst="line">
            <a:avLst/>
          </a:prstGeom>
          <a:noFill/>
          <a:ln w="38100">
            <a:solidFill>
              <a:srgbClr val="C084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250" y="958602"/>
            <a:ext cx="8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single-impl Protocol 제거 (v0.31)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2250" y="1133177"/>
            <a:ext cx="8086636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구현체가 하나뿐인 Protocol 3개(ProjectMemoryPort, OrganizationMemoryPort, UserProfilePort)를 삭제하고, 소비자가 구체 타입을 직접 참조하도록 전환한다. 인터페이스 유지 비용보다 직접 참조의 단순함이 장기 유지보수에 유리하다.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22250" y="1437680"/>
            <a:ext cx="808663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SessionStorePort는 InMemorySessionStore + HybridSessionStore 다중 구현체가 있으므로 유지</a:t>
            </a:r>
            <a:endParaRPr lang="en-US" sz="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1797248" cy="263426"/>
          </a:xfrm>
          <a:prstGeom prst="roundRect">
            <a:avLst>
              <a:gd name="adj" fmla="val 1446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3675" y="441275"/>
            <a:ext cx="15547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15 → S09 Scheduler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330648" y="450800"/>
            <a:ext cx="12797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박스를 아래 슬라이드에 삽입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47576"/>
            <a:ext cx="8229600" cy="653504"/>
          </a:xfrm>
          <a:prstGeom prst="roundRect">
            <a:avLst>
              <a:gd name="adj" fmla="val 777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852339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2038" y="847576"/>
            <a:ext cx="0" cy="65350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96318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6250" y="847576"/>
            <a:ext cx="0" cy="653504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250" y="958602"/>
            <a:ext cx="8086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Action Queue (v0.31)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2250" y="1123652"/>
            <a:ext cx="8086636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ScheduledJob.action 필드에 원문 텍스트를 그대로 저장한다(정규식 추출 제거). SchedulerService가 job 발화 시 action_queue에 삽입하고, REPL이 [scheduled-job:{id}] 프레이밍으로 AgenticLoop에 위임한다. LLM이 자체 판단으로 스케줄 의도를 분리하여 실행한다.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2347615" cy="263426"/>
          </a:xfrm>
          <a:prstGeom prst="roundRect">
            <a:avLst>
              <a:gd name="adj" fmla="val 1446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3675" y="441275"/>
            <a:ext cx="21161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16 → S11 Hook / S15 Memory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81015" y="450800"/>
            <a:ext cx="12797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박스를 아래 슬라이드에 삽입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47576"/>
            <a:ext cx="8229600" cy="663029"/>
          </a:xfrm>
          <a:prstGeom prst="roundRect">
            <a:avLst>
              <a:gd name="adj" fmla="val 766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852339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2038" y="847576"/>
            <a:ext cx="0" cy="663029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5843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6250" y="847576"/>
            <a:ext cx="0" cy="663029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250" y="958602"/>
            <a:ext cx="8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TURN_COMPLETE 자동 메모리 (v0.31)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2250" y="1133177"/>
            <a:ext cx="8086636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매 턴 종료 시 TURN_COMPLETE 이벤트를 발화하고, user_input + tool_calls + result 데이터를 전달한다. turn_auto_memory 핸들러(P85)가 자동으로 project memory에 턴 요약을 기록한다. OpenClaw command:new 패턴을 참조한다.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1980754" cy="263426"/>
          </a:xfrm>
          <a:prstGeom prst="roundRect">
            <a:avLst>
              <a:gd name="adj" fmla="val 1446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3675" y="441275"/>
            <a:ext cx="17419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17 → S11 Hook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14154" y="450800"/>
            <a:ext cx="12797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박스를 아래 슬라이드에 삽입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47576"/>
            <a:ext cx="8229600" cy="520303"/>
          </a:xfrm>
          <a:prstGeom prst="roundRect">
            <a:avLst>
              <a:gd name="adj" fmla="val 976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852339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2038" y="847576"/>
            <a:ext cx="0" cy="52030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63117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6250" y="847576"/>
            <a:ext cx="0" cy="520303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250" y="958602"/>
            <a:ext cx="80866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LLM_CALL_START / LLM_CALL_END (v0.31)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2250" y="1123652"/>
            <a:ext cx="808663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호출 전후에 발화하여 model-level latency/cost observability를 제공한다. call_llm(), call_llm_with_tools()를 계측하고, 10초 초과 시 slow call 경고를 로깅한다.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1000"/>
            <a:ext cx="1797248" cy="263426"/>
          </a:xfrm>
          <a:prstGeom prst="roundRect">
            <a:avLst>
              <a:gd name="adj" fmla="val 14463"/>
            </a:avLst>
          </a:prstGeom>
          <a:solidFill>
            <a:srgbClr val="4ECDC4">
              <a:alpha val="12000"/>
            </a:srgbClr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93675" y="441275"/>
            <a:ext cx="15547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18 → S09 Scheduler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330648" y="450800"/>
            <a:ext cx="12797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박스를 아래 슬라이드에 삽입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847576"/>
            <a:ext cx="8229600" cy="786854"/>
          </a:xfrm>
          <a:prstGeom prst="roundRect">
            <a:avLst>
              <a:gd name="adj" fmla="val 6456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852339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2038" y="847576"/>
            <a:ext cx="0" cy="78685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29668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6250" y="847576"/>
            <a:ext cx="0" cy="786854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2250" y="958602"/>
            <a:ext cx="80866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세션 격리 (v0.31)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2250" y="1133177"/>
            <a:ext cx="8086636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ScheduledJob.isolated 필드(기본값 True)를 추가한다. 스케줄 발화 시 fresh ConversationContext + AgenticLoop에서 독립 실행하여 메인 대화 오염을 방지한다. isolated=False(systemEvent)로 메인 세션 주입도 가능하다.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22250" y="1437680"/>
            <a:ext cx="808663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agentTurn 패턴 참조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2026-03-28T11:15:30Z</dcterms:created>
  <dcterms:modified xsi:type="dcterms:W3CDTF">2026-03-28T11:15:30Z</dcterms:modified>
</cp:coreProperties>
</file>